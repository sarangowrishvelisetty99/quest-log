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7" r:id="rId4"/>
    <p:sldId id="258" r:id="rId5"/>
    <p:sldId id="259" r:id="rId6"/>
    <p:sldId id="266" r:id="rId7"/>
    <p:sldId id="267" r:id="rId8"/>
    <p:sldId id="261" r:id="rId9"/>
    <p:sldId id="262" r:id="rId10"/>
    <p:sldId id="263" r:id="rId11"/>
    <p:sldId id="264" r:id="rId12"/>
  </p:sldIdLst>
  <p:sldSz cx="9144000" cy="5143500" type="screen16x9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ExtraLight" panose="020B0604020202020204" charset="0"/>
      <p:regular r:id="rId18"/>
      <p:bold r:id="rId19"/>
      <p:italic r:id="rId20"/>
      <p:boldItalic r:id="rId21"/>
    </p:embeddedFont>
    <p:embeddedFont>
      <p:font typeface="Inter Medium" panose="020B0604020202020204" charset="0"/>
      <p:regular r:id="rId22"/>
      <p:bold r:id="rId23"/>
      <p:italic r:id="rId24"/>
      <p:boldItalic r:id="rId25"/>
    </p:embeddedFont>
    <p:embeddedFont>
      <p:font typeface="Inter SemiBold" panose="020B0604020202020204" charset="0"/>
      <p:regular r:id="rId26"/>
      <p:bold r:id="rId27"/>
      <p:italic r:id="rId28"/>
      <p:boldItalic r:id="rId29"/>
    </p:embeddedFont>
    <p:embeddedFont>
      <p:font typeface="Plus Jakarta Sans" panose="020B0604020202020204" charset="0"/>
      <p:regular r:id="rId30"/>
      <p:bold r:id="rId31"/>
      <p:italic r:id="rId32"/>
      <p:boldItalic r:id="rId33"/>
    </p:embeddedFont>
    <p:embeddedFont>
      <p:font typeface="Plus Jakarta Sans Medium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jGXRMytwhBb1ihVeYwTiEoemja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4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51909B-EDDD-4CCB-A6CE-080B43128BAC}">
  <a:tblStyle styleId="{F051909B-EDDD-4CCB-A6CE-080B43128B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font" Target="fonts/font24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font" Target="fonts/font23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c29cddc3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bc29cddc3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bc2361260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bc2361260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image">
  <p:cSld name="BLANK_1_1_1_1_1_1_1_1_1_1_1_1_1_1_1_1_1_1_1_1_1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8"/>
          <p:cNvSpPr>
            <a:spLocks noGrp="1"/>
          </p:cNvSpPr>
          <p:nvPr>
            <p:ph type="pic" idx="2"/>
          </p:nvPr>
        </p:nvSpPr>
        <p:spPr>
          <a:xfrm>
            <a:off x="228650" y="2813125"/>
            <a:ext cx="8018700" cy="2099100"/>
          </a:xfrm>
          <a:prstGeom prst="roundRect">
            <a:avLst>
              <a:gd name="adj" fmla="val 7988"/>
            </a:avLst>
          </a:prstGeom>
          <a:noFill/>
          <a:ln>
            <a:noFill/>
          </a:ln>
        </p:spPr>
      </p:sp>
      <p:sp>
        <p:nvSpPr>
          <p:cNvPr id="10" name="Google Shape;10;p8"/>
          <p:cNvSpPr txBox="1">
            <a:spLocks noGrp="1"/>
          </p:cNvSpPr>
          <p:nvPr>
            <p:ph type="subTitle" idx="1"/>
          </p:nvPr>
        </p:nvSpPr>
        <p:spPr>
          <a:xfrm>
            <a:off x="228600" y="947332"/>
            <a:ext cx="64803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team 1">
  <p:cSld name="BLANK_1_1_1_1_1_1_1_1_1_1_1_1_1_1_1_1_1_1_1_1_1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"/>
          <p:cNvSpPr>
            <a:spLocks noGrp="1"/>
          </p:cNvSpPr>
          <p:nvPr>
            <p:ph type="pic" idx="2"/>
          </p:nvPr>
        </p:nvSpPr>
        <p:spPr>
          <a:xfrm>
            <a:off x="354750" y="1034550"/>
            <a:ext cx="1833000" cy="1833000"/>
          </a:xfrm>
          <a:prstGeom prst="roundRect">
            <a:avLst>
              <a:gd name="adj" fmla="val 8703"/>
            </a:avLst>
          </a:prstGeom>
          <a:noFill/>
          <a:ln>
            <a:noFill/>
          </a:ln>
        </p:spPr>
      </p:sp>
      <p:sp>
        <p:nvSpPr>
          <p:cNvPr id="14" name="Google Shape;14;p9"/>
          <p:cNvSpPr>
            <a:spLocks noGrp="1"/>
          </p:cNvSpPr>
          <p:nvPr>
            <p:ph type="pic" idx="3"/>
          </p:nvPr>
        </p:nvSpPr>
        <p:spPr>
          <a:xfrm>
            <a:off x="2555250" y="1034550"/>
            <a:ext cx="1833000" cy="1833000"/>
          </a:xfrm>
          <a:prstGeom prst="roundRect">
            <a:avLst>
              <a:gd name="adj" fmla="val 8703"/>
            </a:avLst>
          </a:prstGeom>
          <a:noFill/>
          <a:ln>
            <a:noFill/>
          </a:ln>
        </p:spPr>
      </p:sp>
      <p:sp>
        <p:nvSpPr>
          <p:cNvPr id="15" name="Google Shape;15;p9"/>
          <p:cNvSpPr>
            <a:spLocks noGrp="1"/>
          </p:cNvSpPr>
          <p:nvPr>
            <p:ph type="pic" idx="4"/>
          </p:nvPr>
        </p:nvSpPr>
        <p:spPr>
          <a:xfrm>
            <a:off x="4755750" y="1034550"/>
            <a:ext cx="1833000" cy="1833000"/>
          </a:xfrm>
          <a:prstGeom prst="roundRect">
            <a:avLst>
              <a:gd name="adj" fmla="val 8703"/>
            </a:avLst>
          </a:prstGeom>
          <a:noFill/>
          <a:ln>
            <a:noFill/>
          </a:ln>
        </p:spPr>
      </p:sp>
      <p:sp>
        <p:nvSpPr>
          <p:cNvPr id="16" name="Google Shape;16;p9"/>
          <p:cNvSpPr>
            <a:spLocks noGrp="1"/>
          </p:cNvSpPr>
          <p:nvPr>
            <p:ph type="pic" idx="5"/>
          </p:nvPr>
        </p:nvSpPr>
        <p:spPr>
          <a:xfrm>
            <a:off x="6956250" y="1034550"/>
            <a:ext cx="1833000" cy="1833000"/>
          </a:xfrm>
          <a:prstGeom prst="roundRect">
            <a:avLst>
              <a:gd name="adj" fmla="val 8703"/>
            </a:avLst>
          </a:prstGeom>
          <a:noFill/>
          <a:ln>
            <a:noFill/>
          </a:ln>
        </p:spPr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399725" y="3034650"/>
            <a:ext cx="17169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subTitle" idx="6"/>
          </p:nvPr>
        </p:nvSpPr>
        <p:spPr>
          <a:xfrm>
            <a:off x="399725" y="3246100"/>
            <a:ext cx="17169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body" idx="7"/>
          </p:nvPr>
        </p:nvSpPr>
        <p:spPr>
          <a:xfrm>
            <a:off x="399725" y="3628825"/>
            <a:ext cx="1716900" cy="9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ubTitle" idx="8"/>
          </p:nvPr>
        </p:nvSpPr>
        <p:spPr>
          <a:xfrm>
            <a:off x="2600225" y="3034650"/>
            <a:ext cx="17169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subTitle" idx="9"/>
          </p:nvPr>
        </p:nvSpPr>
        <p:spPr>
          <a:xfrm>
            <a:off x="2600225" y="3246100"/>
            <a:ext cx="17169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body" idx="13"/>
          </p:nvPr>
        </p:nvSpPr>
        <p:spPr>
          <a:xfrm>
            <a:off x="2600225" y="3628825"/>
            <a:ext cx="1716900" cy="9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ubTitle" idx="14"/>
          </p:nvPr>
        </p:nvSpPr>
        <p:spPr>
          <a:xfrm>
            <a:off x="4800725" y="3034650"/>
            <a:ext cx="17169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ubTitle" idx="15"/>
          </p:nvPr>
        </p:nvSpPr>
        <p:spPr>
          <a:xfrm>
            <a:off x="4800725" y="3246100"/>
            <a:ext cx="17169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6"/>
          </p:nvPr>
        </p:nvSpPr>
        <p:spPr>
          <a:xfrm>
            <a:off x="4800725" y="3628825"/>
            <a:ext cx="1716900" cy="9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ubTitle" idx="17"/>
          </p:nvPr>
        </p:nvSpPr>
        <p:spPr>
          <a:xfrm>
            <a:off x="7001225" y="3034650"/>
            <a:ext cx="17169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subTitle" idx="18"/>
          </p:nvPr>
        </p:nvSpPr>
        <p:spPr>
          <a:xfrm>
            <a:off x="7001225" y="3246100"/>
            <a:ext cx="17169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body" idx="19"/>
          </p:nvPr>
        </p:nvSpPr>
        <p:spPr>
          <a:xfrm>
            <a:off x="7001225" y="3628825"/>
            <a:ext cx="1716900" cy="9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personas">
  <p:cSld name="BLANK_1_1_1_1_1_1_1_1_1_1_1_1_1_1_1_1_1_1_1_1_1_1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>
            <a:spLocks noGrp="1"/>
          </p:cNvSpPr>
          <p:nvPr>
            <p:ph type="pic" idx="2"/>
          </p:nvPr>
        </p:nvSpPr>
        <p:spPr>
          <a:xfrm>
            <a:off x="228300" y="912725"/>
            <a:ext cx="1833000" cy="2294100"/>
          </a:xfrm>
          <a:prstGeom prst="roundRect">
            <a:avLst>
              <a:gd name="adj" fmla="val 12454"/>
            </a:avLst>
          </a:prstGeom>
          <a:noFill/>
          <a:ln>
            <a:noFill/>
          </a:ln>
        </p:spPr>
      </p:sp>
      <p:sp>
        <p:nvSpPr>
          <p:cNvPr id="31" name="Google Shape;31;p10"/>
          <p:cNvSpPr>
            <a:spLocks noGrp="1"/>
          </p:cNvSpPr>
          <p:nvPr>
            <p:ph type="pic" idx="3"/>
          </p:nvPr>
        </p:nvSpPr>
        <p:spPr>
          <a:xfrm>
            <a:off x="4781400" y="912725"/>
            <a:ext cx="1833000" cy="2294100"/>
          </a:xfrm>
          <a:prstGeom prst="roundRect">
            <a:avLst>
              <a:gd name="adj" fmla="val 12454"/>
            </a:avLst>
          </a:prstGeom>
          <a:noFill/>
          <a:ln>
            <a:noFill/>
          </a:ln>
        </p:spPr>
      </p:sp>
      <p:sp>
        <p:nvSpPr>
          <p:cNvPr id="32" name="Google Shape;32;p10"/>
          <p:cNvSpPr txBox="1">
            <a:spLocks noGrp="1"/>
          </p:cNvSpPr>
          <p:nvPr>
            <p:ph type="body" idx="1"/>
          </p:nvPr>
        </p:nvSpPr>
        <p:spPr>
          <a:xfrm>
            <a:off x="2270700" y="968925"/>
            <a:ext cx="2091900" cy="28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4"/>
          </p:nvPr>
        </p:nvSpPr>
        <p:spPr>
          <a:xfrm>
            <a:off x="6823800" y="968925"/>
            <a:ext cx="2091900" cy="28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subTitle" idx="5"/>
          </p:nvPr>
        </p:nvSpPr>
        <p:spPr>
          <a:xfrm>
            <a:off x="277650" y="3373825"/>
            <a:ext cx="17256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ubTitle" idx="6"/>
          </p:nvPr>
        </p:nvSpPr>
        <p:spPr>
          <a:xfrm>
            <a:off x="4835100" y="3373825"/>
            <a:ext cx="17256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2">
  <p:cSld name="BLANK_1_1_1_1_1_1_1_1_1_1_1_1_1_1_1_1_1_1_1_1_1_1_1_1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_3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1"/>
          </p:nvPr>
        </p:nvSpPr>
        <p:spPr>
          <a:xfrm>
            <a:off x="318600" y="2984575"/>
            <a:ext cx="1914300" cy="15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2"/>
          </p:nvPr>
        </p:nvSpPr>
        <p:spPr>
          <a:xfrm>
            <a:off x="6911100" y="2984575"/>
            <a:ext cx="1914300" cy="15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3"/>
          </p:nvPr>
        </p:nvSpPr>
        <p:spPr>
          <a:xfrm>
            <a:off x="2516100" y="2984575"/>
            <a:ext cx="1914300" cy="15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4"/>
          </p:nvPr>
        </p:nvSpPr>
        <p:spPr>
          <a:xfrm>
            <a:off x="4713588" y="2984575"/>
            <a:ext cx="1914300" cy="15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subTitle" idx="5"/>
          </p:nvPr>
        </p:nvSpPr>
        <p:spPr>
          <a:xfrm>
            <a:off x="381950" y="2393500"/>
            <a:ext cx="18549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subTitle" idx="6"/>
          </p:nvPr>
        </p:nvSpPr>
        <p:spPr>
          <a:xfrm>
            <a:off x="2574000" y="2378475"/>
            <a:ext cx="18549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ubTitle" idx="7"/>
          </p:nvPr>
        </p:nvSpPr>
        <p:spPr>
          <a:xfrm>
            <a:off x="4806538" y="2378475"/>
            <a:ext cx="1822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ubTitle" idx="8"/>
          </p:nvPr>
        </p:nvSpPr>
        <p:spPr>
          <a:xfrm>
            <a:off x="7007100" y="2378475"/>
            <a:ext cx="1822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blank">
  <p:cSld name="BLANK">
    <p:bg>
      <p:bgPr>
        <a:solidFill>
          <a:schemeClr val="accent5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/>
          <p:nvPr/>
        </p:nvSpPr>
        <p:spPr>
          <a:xfrm>
            <a:off x="6849412" y="229900"/>
            <a:ext cx="2068500" cy="2068500"/>
          </a:xfrm>
          <a:prstGeom prst="roundRect">
            <a:avLst>
              <a:gd name="adj" fmla="val 1221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" name="Google Shape;51;p13"/>
          <p:cNvSpPr/>
          <p:nvPr/>
        </p:nvSpPr>
        <p:spPr>
          <a:xfrm>
            <a:off x="228600" y="229900"/>
            <a:ext cx="4349400" cy="4683600"/>
          </a:xfrm>
          <a:prstGeom prst="roundRect">
            <a:avLst>
              <a:gd name="adj" fmla="val 584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4679587" y="229900"/>
            <a:ext cx="2068500" cy="2068500"/>
          </a:xfrm>
          <a:prstGeom prst="roundRect">
            <a:avLst>
              <a:gd name="adj" fmla="val 12219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sz="1400" b="0" i="0" u="none" strike="noStrike" cap="none"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4679599" y="2404695"/>
            <a:ext cx="4238400" cy="2508900"/>
          </a:xfrm>
          <a:prstGeom prst="roundRect">
            <a:avLst>
              <a:gd name="adj" fmla="val 1013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4" name="Google Shape;54;p13"/>
          <p:cNvGrpSpPr/>
          <p:nvPr/>
        </p:nvGrpSpPr>
        <p:grpSpPr>
          <a:xfrm>
            <a:off x="4524845" y="724771"/>
            <a:ext cx="2377503" cy="1078596"/>
            <a:chOff x="4571989" y="769200"/>
            <a:chExt cx="2320421" cy="1052700"/>
          </a:xfrm>
        </p:grpSpPr>
        <p:sp>
          <p:nvSpPr>
            <p:cNvPr id="55" name="Google Shape;55;p13"/>
            <p:cNvSpPr/>
            <p:nvPr/>
          </p:nvSpPr>
          <p:spPr>
            <a:xfrm>
              <a:off x="5691810" y="769200"/>
              <a:ext cx="1200600" cy="1052700"/>
            </a:xfrm>
            <a:prstGeom prst="pie">
              <a:avLst>
                <a:gd name="adj1" fmla="val 5410573"/>
                <a:gd name="adj2" fmla="val 162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 flipH="1">
              <a:off x="4571989" y="769200"/>
              <a:ext cx="1200600" cy="1052700"/>
            </a:xfrm>
            <a:prstGeom prst="pie">
              <a:avLst>
                <a:gd name="adj1" fmla="val 5410573"/>
                <a:gd name="adj2" fmla="val 162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57" name="Google Shape;57;p13"/>
          <p:cNvGrpSpPr/>
          <p:nvPr/>
        </p:nvGrpSpPr>
        <p:grpSpPr>
          <a:xfrm>
            <a:off x="7352898" y="762044"/>
            <a:ext cx="1061865" cy="1004215"/>
            <a:chOff x="7312075" y="834700"/>
            <a:chExt cx="1022400" cy="966799"/>
          </a:xfrm>
        </p:grpSpPr>
        <p:sp>
          <p:nvSpPr>
            <p:cNvPr id="58" name="Google Shape;58;p13"/>
            <p:cNvSpPr/>
            <p:nvPr/>
          </p:nvSpPr>
          <p:spPr>
            <a:xfrm>
              <a:off x="7312075" y="834700"/>
              <a:ext cx="1022400" cy="438000"/>
            </a:xfrm>
            <a:prstGeom prst="roundRect">
              <a:avLst>
                <a:gd name="adj" fmla="val 50000"/>
              </a:avLst>
            </a:prstGeom>
            <a:noFill/>
            <a:ln w="1143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7312075" y="1363499"/>
              <a:ext cx="1022400" cy="438000"/>
            </a:xfrm>
            <a:prstGeom prst="roundRect">
              <a:avLst>
                <a:gd name="adj" fmla="val 50000"/>
              </a:avLst>
            </a:prstGeom>
            <a:noFill/>
            <a:ln w="1143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4897375" y="2609925"/>
            <a:ext cx="36798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ALT">
  <p:cSld name="BLANK_1_2">
    <p:bg>
      <p:bgPr>
        <a:solidFill>
          <a:schemeClr val="accent5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name="adj1" fmla="val 7676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713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_1_1_1_2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_1_1_1_1_1_1_1_1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instorming 1">
  <p:cSld name="BLANK_1_1_1_1_1_1_1_1_1_1_3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/>
          <p:nvPr/>
        </p:nvSpPr>
        <p:spPr>
          <a:xfrm>
            <a:off x="228600" y="632050"/>
            <a:ext cx="8686800" cy="3539400"/>
          </a:xfrm>
          <a:prstGeom prst="roundRect">
            <a:avLst>
              <a:gd name="adj" fmla="val 5122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0" name="Google Shape;70;p17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1" name="Google Shape;71;p17"/>
          <p:cNvSpPr txBox="1">
            <a:spLocks noGrp="1"/>
          </p:cNvSpPr>
          <p:nvPr>
            <p:ph type="subTitle" idx="1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2"/>
          </p:nvPr>
        </p:nvSpPr>
        <p:spPr>
          <a:xfrm>
            <a:off x="378975" y="788021"/>
            <a:ext cx="3990900" cy="3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3"/>
          </p:nvPr>
        </p:nvSpPr>
        <p:spPr>
          <a:xfrm>
            <a:off x="4774123" y="788021"/>
            <a:ext cx="3990900" cy="3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instorming 2">
  <p:cSld name="BLANK_1_1_1_1_1_1_1_1_1_1_3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6" name="Google Shape;76;p18"/>
          <p:cNvSpPr txBox="1">
            <a:spLocks noGrp="1"/>
          </p:cNvSpPr>
          <p:nvPr>
            <p:ph type="subTitle" idx="1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">
  <p:cSld name="BLANK_1_1_1_1_1_1_1_1_1_1_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subTitle" idx="1"/>
          </p:nvPr>
        </p:nvSpPr>
        <p:spPr>
          <a:xfrm>
            <a:off x="927475" y="1269700"/>
            <a:ext cx="60462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ubTitle" idx="2"/>
          </p:nvPr>
        </p:nvSpPr>
        <p:spPr>
          <a:xfrm>
            <a:off x="927475" y="2073125"/>
            <a:ext cx="60462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ubTitle" idx="3"/>
          </p:nvPr>
        </p:nvSpPr>
        <p:spPr>
          <a:xfrm>
            <a:off x="927475" y="2891300"/>
            <a:ext cx="60462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subTitle" idx="4"/>
          </p:nvPr>
        </p:nvSpPr>
        <p:spPr>
          <a:xfrm>
            <a:off x="927475" y="3692625"/>
            <a:ext cx="60462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subTitle" idx="5"/>
          </p:nvPr>
        </p:nvSpPr>
        <p:spPr>
          <a:xfrm>
            <a:off x="228600" y="1269700"/>
            <a:ext cx="5757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ubTitle" idx="6"/>
          </p:nvPr>
        </p:nvSpPr>
        <p:spPr>
          <a:xfrm>
            <a:off x="228600" y="2073125"/>
            <a:ext cx="5757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subTitle" idx="7"/>
          </p:nvPr>
        </p:nvSpPr>
        <p:spPr>
          <a:xfrm>
            <a:off x="228600" y="2891300"/>
            <a:ext cx="5757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ubTitle" idx="8"/>
          </p:nvPr>
        </p:nvSpPr>
        <p:spPr>
          <a:xfrm>
            <a:off x="228600" y="3692625"/>
            <a:ext cx="5757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ideas">
  <p:cSld name="BLANK_1_1_1_1_1_1_1_1_1_1_1_1_1_2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>
            <a:spLocks noGrp="1"/>
          </p:cNvSpPr>
          <p:nvPr>
            <p:ph type="title"/>
          </p:nvPr>
        </p:nvSpPr>
        <p:spPr>
          <a:xfrm>
            <a:off x="228300" y="921925"/>
            <a:ext cx="3236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title" idx="2"/>
          </p:nvPr>
        </p:nvSpPr>
        <p:spPr>
          <a:xfrm>
            <a:off x="4788000" y="917325"/>
            <a:ext cx="3236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body" idx="1"/>
          </p:nvPr>
        </p:nvSpPr>
        <p:spPr>
          <a:xfrm>
            <a:off x="228600" y="1345400"/>
            <a:ext cx="4134300" cy="11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body" idx="3"/>
          </p:nvPr>
        </p:nvSpPr>
        <p:spPr>
          <a:xfrm>
            <a:off x="4781100" y="1345400"/>
            <a:ext cx="4134300" cy="11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ubTitle" idx="4"/>
          </p:nvPr>
        </p:nvSpPr>
        <p:spPr>
          <a:xfrm>
            <a:off x="5058000" y="3305850"/>
            <a:ext cx="16569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body" idx="5"/>
          </p:nvPr>
        </p:nvSpPr>
        <p:spPr>
          <a:xfrm>
            <a:off x="5058000" y="3595225"/>
            <a:ext cx="1656900" cy="9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ubTitle" idx="6"/>
          </p:nvPr>
        </p:nvSpPr>
        <p:spPr>
          <a:xfrm>
            <a:off x="2438171" y="3305838"/>
            <a:ext cx="16569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7"/>
          </p:nvPr>
        </p:nvSpPr>
        <p:spPr>
          <a:xfrm>
            <a:off x="2438171" y="3595213"/>
            <a:ext cx="1656900" cy="9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20"/>
          <p:cNvSpPr>
            <a:spLocks noGrp="1"/>
          </p:cNvSpPr>
          <p:nvPr>
            <p:ph type="pic" idx="8"/>
          </p:nvPr>
        </p:nvSpPr>
        <p:spPr>
          <a:xfrm>
            <a:off x="0" y="3029625"/>
            <a:ext cx="2178300" cy="18957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0"/>
          <p:cNvSpPr>
            <a:spLocks noGrp="1"/>
          </p:cNvSpPr>
          <p:nvPr>
            <p:ph type="pic" idx="9"/>
          </p:nvPr>
        </p:nvSpPr>
        <p:spPr>
          <a:xfrm>
            <a:off x="6965700" y="3010075"/>
            <a:ext cx="2178300" cy="189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idea">
  <p:cSld name="BLANK_1_1_1_1_1_1_1_1_1_1_1_1_1_2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/>
        </p:nvSpPr>
        <p:spPr>
          <a:xfrm>
            <a:off x="0" y="3149700"/>
            <a:ext cx="5322300" cy="1993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9" name="Google Shape;99;p21"/>
          <p:cNvSpPr txBox="1">
            <a:spLocks noGrp="1"/>
          </p:cNvSpPr>
          <p:nvPr>
            <p:ph type="title"/>
          </p:nvPr>
        </p:nvSpPr>
        <p:spPr>
          <a:xfrm>
            <a:off x="228600" y="191575"/>
            <a:ext cx="428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body" idx="1"/>
          </p:nvPr>
        </p:nvSpPr>
        <p:spPr>
          <a:xfrm>
            <a:off x="228600" y="1317900"/>
            <a:ext cx="4285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subTitle" idx="2"/>
          </p:nvPr>
        </p:nvSpPr>
        <p:spPr>
          <a:xfrm>
            <a:off x="228600" y="3402700"/>
            <a:ext cx="19569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3"/>
          </p:nvPr>
        </p:nvSpPr>
        <p:spPr>
          <a:xfrm>
            <a:off x="228600" y="3692075"/>
            <a:ext cx="1956900" cy="9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subTitle" idx="4"/>
          </p:nvPr>
        </p:nvSpPr>
        <p:spPr>
          <a:xfrm>
            <a:off x="2557500" y="3402700"/>
            <a:ext cx="19569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5"/>
          </p:nvPr>
        </p:nvSpPr>
        <p:spPr>
          <a:xfrm>
            <a:off x="2557500" y="3692075"/>
            <a:ext cx="1956900" cy="9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21"/>
          <p:cNvSpPr>
            <a:spLocks noGrp="1"/>
          </p:cNvSpPr>
          <p:nvPr>
            <p:ph type="pic" idx="6"/>
          </p:nvPr>
        </p:nvSpPr>
        <p:spPr>
          <a:xfrm rot="-5400000">
            <a:off x="4491900" y="497850"/>
            <a:ext cx="5156400" cy="4147800"/>
          </a:xfrm>
          <a:prstGeom prst="round2SameRect">
            <a:avLst>
              <a:gd name="adj1" fmla="val 8254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team 2">
  <p:cSld name="BLANK_1_1_1_1_1_1_1_1_1_1_1_1_1_1_1_1_1_1_1_1_1_1_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subTitle" idx="1"/>
          </p:nvPr>
        </p:nvSpPr>
        <p:spPr>
          <a:xfrm>
            <a:off x="353900" y="2266000"/>
            <a:ext cx="10983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subTitle" idx="2"/>
          </p:nvPr>
        </p:nvSpPr>
        <p:spPr>
          <a:xfrm>
            <a:off x="353900" y="2471000"/>
            <a:ext cx="1257300" cy="1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>
            <a:endParaRPr/>
          </a:p>
        </p:txBody>
      </p:sp>
      <p:sp>
        <p:nvSpPr>
          <p:cNvPr id="109" name="Google Shape;109;p22"/>
          <p:cNvSpPr>
            <a:spLocks noGrp="1"/>
          </p:cNvSpPr>
          <p:nvPr>
            <p:ph type="pic" idx="3"/>
          </p:nvPr>
        </p:nvSpPr>
        <p:spPr>
          <a:xfrm>
            <a:off x="321050" y="825750"/>
            <a:ext cx="1342200" cy="1342200"/>
          </a:xfrm>
          <a:prstGeom prst="roundRect">
            <a:avLst>
              <a:gd name="adj" fmla="val 8618"/>
            </a:avLst>
          </a:prstGeom>
          <a:noFill/>
          <a:ln>
            <a:noFill/>
          </a:ln>
        </p:spPr>
      </p:sp>
      <p:sp>
        <p:nvSpPr>
          <p:cNvPr id="110" name="Google Shape;110;p22"/>
          <p:cNvSpPr txBox="1">
            <a:spLocks noGrp="1"/>
          </p:cNvSpPr>
          <p:nvPr>
            <p:ph type="subTitle" idx="4"/>
          </p:nvPr>
        </p:nvSpPr>
        <p:spPr>
          <a:xfrm>
            <a:off x="2003288" y="2266000"/>
            <a:ext cx="10983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subTitle" idx="5"/>
          </p:nvPr>
        </p:nvSpPr>
        <p:spPr>
          <a:xfrm>
            <a:off x="2003288" y="2471000"/>
            <a:ext cx="1257300" cy="1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>
            <a:endParaRPr/>
          </a:p>
        </p:txBody>
      </p:sp>
      <p:sp>
        <p:nvSpPr>
          <p:cNvPr id="112" name="Google Shape;112;p22"/>
          <p:cNvSpPr>
            <a:spLocks noGrp="1"/>
          </p:cNvSpPr>
          <p:nvPr>
            <p:ph type="pic" idx="6"/>
          </p:nvPr>
        </p:nvSpPr>
        <p:spPr>
          <a:xfrm>
            <a:off x="1970438" y="825750"/>
            <a:ext cx="1342200" cy="1342200"/>
          </a:xfrm>
          <a:prstGeom prst="roundRect">
            <a:avLst>
              <a:gd name="adj" fmla="val 8618"/>
            </a:avLst>
          </a:prstGeom>
          <a:noFill/>
          <a:ln>
            <a:noFill/>
          </a:ln>
        </p:spPr>
      </p:sp>
      <p:sp>
        <p:nvSpPr>
          <p:cNvPr id="113" name="Google Shape;113;p22"/>
          <p:cNvSpPr txBox="1">
            <a:spLocks noGrp="1"/>
          </p:cNvSpPr>
          <p:nvPr>
            <p:ph type="subTitle" idx="7"/>
          </p:nvPr>
        </p:nvSpPr>
        <p:spPr>
          <a:xfrm>
            <a:off x="3652675" y="2266000"/>
            <a:ext cx="10983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ubTitle" idx="8"/>
          </p:nvPr>
        </p:nvSpPr>
        <p:spPr>
          <a:xfrm>
            <a:off x="3652675" y="2471000"/>
            <a:ext cx="1257300" cy="1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>
            <a:endParaRPr/>
          </a:p>
        </p:txBody>
      </p:sp>
      <p:sp>
        <p:nvSpPr>
          <p:cNvPr id="115" name="Google Shape;115;p22"/>
          <p:cNvSpPr>
            <a:spLocks noGrp="1"/>
          </p:cNvSpPr>
          <p:nvPr>
            <p:ph type="pic" idx="9"/>
          </p:nvPr>
        </p:nvSpPr>
        <p:spPr>
          <a:xfrm>
            <a:off x="3619825" y="825750"/>
            <a:ext cx="1342200" cy="1342200"/>
          </a:xfrm>
          <a:prstGeom prst="roundRect">
            <a:avLst>
              <a:gd name="adj" fmla="val 8618"/>
            </a:avLst>
          </a:prstGeom>
          <a:noFill/>
          <a:ln>
            <a:noFill/>
          </a:ln>
        </p:spPr>
      </p:sp>
      <p:sp>
        <p:nvSpPr>
          <p:cNvPr id="116" name="Google Shape;116;p22"/>
          <p:cNvSpPr txBox="1">
            <a:spLocks noGrp="1"/>
          </p:cNvSpPr>
          <p:nvPr>
            <p:ph type="subTitle" idx="13"/>
          </p:nvPr>
        </p:nvSpPr>
        <p:spPr>
          <a:xfrm>
            <a:off x="5302050" y="2266000"/>
            <a:ext cx="10983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14"/>
          </p:nvPr>
        </p:nvSpPr>
        <p:spPr>
          <a:xfrm>
            <a:off x="5302050" y="2471000"/>
            <a:ext cx="1257300" cy="1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>
            <a:endParaRPr/>
          </a:p>
        </p:txBody>
      </p:sp>
      <p:sp>
        <p:nvSpPr>
          <p:cNvPr id="118" name="Google Shape;118;p22"/>
          <p:cNvSpPr>
            <a:spLocks noGrp="1"/>
          </p:cNvSpPr>
          <p:nvPr>
            <p:ph type="pic" idx="15"/>
          </p:nvPr>
        </p:nvSpPr>
        <p:spPr>
          <a:xfrm>
            <a:off x="5269200" y="825750"/>
            <a:ext cx="1342200" cy="1342200"/>
          </a:xfrm>
          <a:prstGeom prst="roundRect">
            <a:avLst>
              <a:gd name="adj" fmla="val 8618"/>
            </a:avLst>
          </a:prstGeom>
          <a:noFill/>
          <a:ln>
            <a:noFill/>
          </a:ln>
        </p:spPr>
      </p:sp>
      <p:sp>
        <p:nvSpPr>
          <p:cNvPr id="119" name="Google Shape;119;p22"/>
          <p:cNvSpPr txBox="1">
            <a:spLocks noGrp="1"/>
          </p:cNvSpPr>
          <p:nvPr>
            <p:ph type="subTitle" idx="16"/>
          </p:nvPr>
        </p:nvSpPr>
        <p:spPr>
          <a:xfrm>
            <a:off x="2003300" y="4416250"/>
            <a:ext cx="10983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subTitle" idx="17"/>
          </p:nvPr>
        </p:nvSpPr>
        <p:spPr>
          <a:xfrm>
            <a:off x="2003300" y="4621250"/>
            <a:ext cx="1257300" cy="1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>
            <a:endParaRPr/>
          </a:p>
        </p:txBody>
      </p:sp>
      <p:sp>
        <p:nvSpPr>
          <p:cNvPr id="121" name="Google Shape;121;p22"/>
          <p:cNvSpPr>
            <a:spLocks noGrp="1"/>
          </p:cNvSpPr>
          <p:nvPr>
            <p:ph type="pic" idx="18"/>
          </p:nvPr>
        </p:nvSpPr>
        <p:spPr>
          <a:xfrm>
            <a:off x="1970450" y="2976000"/>
            <a:ext cx="1342200" cy="1342200"/>
          </a:xfrm>
          <a:prstGeom prst="roundRect">
            <a:avLst>
              <a:gd name="adj" fmla="val 8618"/>
            </a:avLst>
          </a:prstGeom>
          <a:noFill/>
          <a:ln>
            <a:noFill/>
          </a:ln>
        </p:spPr>
      </p:sp>
      <p:sp>
        <p:nvSpPr>
          <p:cNvPr id="122" name="Google Shape;122;p22"/>
          <p:cNvSpPr txBox="1">
            <a:spLocks noGrp="1"/>
          </p:cNvSpPr>
          <p:nvPr>
            <p:ph type="subTitle" idx="19"/>
          </p:nvPr>
        </p:nvSpPr>
        <p:spPr>
          <a:xfrm>
            <a:off x="3652688" y="4416250"/>
            <a:ext cx="10983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subTitle" idx="20"/>
          </p:nvPr>
        </p:nvSpPr>
        <p:spPr>
          <a:xfrm>
            <a:off x="3652688" y="4621250"/>
            <a:ext cx="1257300" cy="1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>
            <a:endParaRPr/>
          </a:p>
        </p:txBody>
      </p:sp>
      <p:sp>
        <p:nvSpPr>
          <p:cNvPr id="124" name="Google Shape;124;p22"/>
          <p:cNvSpPr>
            <a:spLocks noGrp="1"/>
          </p:cNvSpPr>
          <p:nvPr>
            <p:ph type="pic" idx="21"/>
          </p:nvPr>
        </p:nvSpPr>
        <p:spPr>
          <a:xfrm>
            <a:off x="3619838" y="2976000"/>
            <a:ext cx="1342200" cy="1342200"/>
          </a:xfrm>
          <a:prstGeom prst="roundRect">
            <a:avLst>
              <a:gd name="adj" fmla="val 8618"/>
            </a:avLst>
          </a:prstGeom>
          <a:noFill/>
          <a:ln>
            <a:noFill/>
          </a:ln>
        </p:spPr>
      </p:sp>
      <p:sp>
        <p:nvSpPr>
          <p:cNvPr id="125" name="Google Shape;125;p22"/>
          <p:cNvSpPr txBox="1">
            <a:spLocks noGrp="1"/>
          </p:cNvSpPr>
          <p:nvPr>
            <p:ph type="subTitle" idx="22"/>
          </p:nvPr>
        </p:nvSpPr>
        <p:spPr>
          <a:xfrm>
            <a:off x="5302075" y="4416250"/>
            <a:ext cx="10983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23"/>
          </p:nvPr>
        </p:nvSpPr>
        <p:spPr>
          <a:xfrm>
            <a:off x="5302075" y="4621250"/>
            <a:ext cx="1257300" cy="1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>
            <a:endParaRPr/>
          </a:p>
        </p:txBody>
      </p:sp>
      <p:sp>
        <p:nvSpPr>
          <p:cNvPr id="127" name="Google Shape;127;p22"/>
          <p:cNvSpPr>
            <a:spLocks noGrp="1"/>
          </p:cNvSpPr>
          <p:nvPr>
            <p:ph type="pic" idx="24"/>
          </p:nvPr>
        </p:nvSpPr>
        <p:spPr>
          <a:xfrm>
            <a:off x="5269225" y="2976000"/>
            <a:ext cx="1342200" cy="1342200"/>
          </a:xfrm>
          <a:prstGeom prst="roundRect">
            <a:avLst>
              <a:gd name="adj" fmla="val 8618"/>
            </a:avLst>
          </a:prstGeom>
          <a:noFill/>
          <a:ln>
            <a:noFill/>
          </a:ln>
        </p:spPr>
      </p:sp>
      <p:sp>
        <p:nvSpPr>
          <p:cNvPr id="128" name="Google Shape;128;p22"/>
          <p:cNvSpPr txBox="1">
            <a:spLocks noGrp="1"/>
          </p:cNvSpPr>
          <p:nvPr>
            <p:ph type="subTitle" idx="25"/>
          </p:nvPr>
        </p:nvSpPr>
        <p:spPr>
          <a:xfrm>
            <a:off x="6951450" y="4416250"/>
            <a:ext cx="10983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26"/>
          </p:nvPr>
        </p:nvSpPr>
        <p:spPr>
          <a:xfrm>
            <a:off x="6951450" y="4621250"/>
            <a:ext cx="1257300" cy="1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>
            <a:endParaRPr/>
          </a:p>
        </p:txBody>
      </p:sp>
      <p:sp>
        <p:nvSpPr>
          <p:cNvPr id="130" name="Google Shape;130;p22"/>
          <p:cNvSpPr>
            <a:spLocks noGrp="1"/>
          </p:cNvSpPr>
          <p:nvPr>
            <p:ph type="pic" idx="27"/>
          </p:nvPr>
        </p:nvSpPr>
        <p:spPr>
          <a:xfrm>
            <a:off x="6918600" y="2976000"/>
            <a:ext cx="1342200" cy="1342200"/>
          </a:xfrm>
          <a:prstGeom prst="roundRect">
            <a:avLst>
              <a:gd name="adj" fmla="val 8618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oups">
  <p:cSld name="BLANK_1_1_1_1_1_1_1_1_1_1_1_1_1_1_1_1_1_1_1_1_1_1_1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1"/>
          </p:nvPr>
        </p:nvSpPr>
        <p:spPr>
          <a:xfrm>
            <a:off x="228625" y="4191000"/>
            <a:ext cx="11136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3"/>
          <p:cNvSpPr>
            <a:spLocks noGrp="1"/>
          </p:cNvSpPr>
          <p:nvPr>
            <p:ph type="pic" idx="2"/>
          </p:nvPr>
        </p:nvSpPr>
        <p:spPr>
          <a:xfrm>
            <a:off x="2285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5" name="Google Shape;135;p23"/>
          <p:cNvSpPr>
            <a:spLocks noGrp="1"/>
          </p:cNvSpPr>
          <p:nvPr>
            <p:ph type="pic" idx="3"/>
          </p:nvPr>
        </p:nvSpPr>
        <p:spPr>
          <a:xfrm>
            <a:off x="8247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6" name="Google Shape;136;p23"/>
          <p:cNvSpPr>
            <a:spLocks noGrp="1"/>
          </p:cNvSpPr>
          <p:nvPr>
            <p:ph type="pic" idx="4"/>
          </p:nvPr>
        </p:nvSpPr>
        <p:spPr>
          <a:xfrm>
            <a:off x="2285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7" name="Google Shape;137;p23"/>
          <p:cNvSpPr>
            <a:spLocks noGrp="1"/>
          </p:cNvSpPr>
          <p:nvPr>
            <p:ph type="pic" idx="5"/>
          </p:nvPr>
        </p:nvSpPr>
        <p:spPr>
          <a:xfrm>
            <a:off x="8247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8" name="Google Shape;138;p23"/>
          <p:cNvSpPr>
            <a:spLocks noGrp="1"/>
          </p:cNvSpPr>
          <p:nvPr>
            <p:ph type="pic" idx="6"/>
          </p:nvPr>
        </p:nvSpPr>
        <p:spPr>
          <a:xfrm>
            <a:off x="2285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9" name="Google Shape;139;p23"/>
          <p:cNvSpPr>
            <a:spLocks noGrp="1"/>
          </p:cNvSpPr>
          <p:nvPr>
            <p:ph type="pic" idx="7"/>
          </p:nvPr>
        </p:nvSpPr>
        <p:spPr>
          <a:xfrm>
            <a:off x="8247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0" name="Google Shape;140;p23"/>
          <p:cNvSpPr>
            <a:spLocks noGrp="1"/>
          </p:cNvSpPr>
          <p:nvPr>
            <p:ph type="pic" idx="8"/>
          </p:nvPr>
        </p:nvSpPr>
        <p:spPr>
          <a:xfrm>
            <a:off x="2285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23"/>
          <p:cNvSpPr>
            <a:spLocks noGrp="1"/>
          </p:cNvSpPr>
          <p:nvPr>
            <p:ph type="pic" idx="9"/>
          </p:nvPr>
        </p:nvSpPr>
        <p:spPr>
          <a:xfrm>
            <a:off x="8247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1">
  <p:cSld name="BLANK_1_1_1_1_1_1_1_1_1_1_1_1_1_1_1_1_1_1_1_1_1_1_1_1">
    <p:bg>
      <p:bgPr>
        <a:solidFill>
          <a:schemeClr val="accent4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3">
  <p:cSld name="BLANK_1_1_1_1_1_1_1_1_1_1_1_1_1_1_1_1_1_1_1_1_1_1_1_1_1_1">
    <p:bg>
      <p:bgPr>
        <a:solidFill>
          <a:schemeClr val="accent5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46" name="Google Shape;146;p25"/>
          <p:cNvSpPr txBox="1">
            <a:spLocks noGrp="1"/>
          </p:cNvSpPr>
          <p:nvPr>
            <p:ph type="subTitle" idx="1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odboard 1">
  <p:cSld name="BLANK_1_1_1_1_1_1_1_1_1_1_1_1_1_1_1_1_1_1_1_1_1_1_1_1_1_2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>
            <a:spLocks noGrp="1"/>
          </p:cNvSpPr>
          <p:nvPr>
            <p:ph type="pic" idx="2"/>
          </p:nvPr>
        </p:nvSpPr>
        <p:spPr>
          <a:xfrm>
            <a:off x="4577975" y="632250"/>
            <a:ext cx="4349400" cy="4281600"/>
          </a:xfrm>
          <a:prstGeom prst="roundRect">
            <a:avLst>
              <a:gd name="adj" fmla="val 6217"/>
            </a:avLst>
          </a:prstGeom>
          <a:noFill/>
          <a:ln>
            <a:noFill/>
          </a:ln>
        </p:spPr>
      </p:sp>
      <p:sp>
        <p:nvSpPr>
          <p:cNvPr id="149" name="Google Shape;149;p26"/>
          <p:cNvSpPr>
            <a:spLocks noGrp="1"/>
          </p:cNvSpPr>
          <p:nvPr>
            <p:ph type="pic" idx="3"/>
          </p:nvPr>
        </p:nvSpPr>
        <p:spPr>
          <a:xfrm>
            <a:off x="228775" y="2621175"/>
            <a:ext cx="4238400" cy="2293500"/>
          </a:xfrm>
          <a:prstGeom prst="roundRect">
            <a:avLst>
              <a:gd name="adj" fmla="val 9802"/>
            </a:avLst>
          </a:prstGeom>
          <a:noFill/>
          <a:ln>
            <a:noFill/>
          </a:ln>
        </p:spPr>
      </p:sp>
      <p:sp>
        <p:nvSpPr>
          <p:cNvPr id="150" name="Google Shape;150;p26"/>
          <p:cNvSpPr>
            <a:spLocks noGrp="1"/>
          </p:cNvSpPr>
          <p:nvPr>
            <p:ph type="pic" idx="4"/>
          </p:nvPr>
        </p:nvSpPr>
        <p:spPr>
          <a:xfrm>
            <a:off x="228775" y="632025"/>
            <a:ext cx="2068500" cy="1890900"/>
          </a:xfrm>
          <a:prstGeom prst="roundRect">
            <a:avLst>
              <a:gd name="adj" fmla="val 11889"/>
            </a:avLst>
          </a:prstGeom>
          <a:noFill/>
          <a:ln>
            <a:noFill/>
          </a:ln>
        </p:spPr>
      </p:sp>
      <p:sp>
        <p:nvSpPr>
          <p:cNvPr id="151" name="Google Shape;151;p26"/>
          <p:cNvSpPr>
            <a:spLocks noGrp="1"/>
          </p:cNvSpPr>
          <p:nvPr>
            <p:ph type="pic" idx="5"/>
          </p:nvPr>
        </p:nvSpPr>
        <p:spPr>
          <a:xfrm>
            <a:off x="2403375" y="632025"/>
            <a:ext cx="2068500" cy="1890900"/>
          </a:xfrm>
          <a:prstGeom prst="roundRect">
            <a:avLst>
              <a:gd name="adj" fmla="val 11889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odboard 2">
  <p:cSld name="BLANK_1_1_1_1_1_1_1_1_1_1_1_1_1_1_1_1_1_1_1_1_1_1_1_1_1_2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>
            <a:spLocks noGrp="1"/>
          </p:cNvSpPr>
          <p:nvPr>
            <p:ph type="pic" idx="2"/>
          </p:nvPr>
        </p:nvSpPr>
        <p:spPr>
          <a:xfrm>
            <a:off x="228625" y="632025"/>
            <a:ext cx="2085300" cy="2768700"/>
          </a:xfrm>
          <a:prstGeom prst="round2SameRect">
            <a:avLst>
              <a:gd name="adj1" fmla="val 11780"/>
              <a:gd name="adj2" fmla="val 0"/>
            </a:avLst>
          </a:prstGeom>
          <a:noFill/>
          <a:ln>
            <a:noFill/>
          </a:ln>
        </p:spPr>
      </p:sp>
      <p:sp>
        <p:nvSpPr>
          <p:cNvPr id="154" name="Google Shape;154;p27"/>
          <p:cNvSpPr txBox="1">
            <a:spLocks noGrp="1"/>
          </p:cNvSpPr>
          <p:nvPr>
            <p:ph type="subTitle" idx="1"/>
          </p:nvPr>
        </p:nvSpPr>
        <p:spPr>
          <a:xfrm>
            <a:off x="401700" y="3568050"/>
            <a:ext cx="17022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55" name="Google Shape;155;p27"/>
          <p:cNvSpPr>
            <a:spLocks noGrp="1"/>
          </p:cNvSpPr>
          <p:nvPr>
            <p:ph type="pic" idx="3"/>
          </p:nvPr>
        </p:nvSpPr>
        <p:spPr>
          <a:xfrm>
            <a:off x="2429113" y="631925"/>
            <a:ext cx="2085300" cy="2768700"/>
          </a:xfrm>
          <a:prstGeom prst="round2SameRect">
            <a:avLst>
              <a:gd name="adj1" fmla="val 11780"/>
              <a:gd name="adj2" fmla="val 0"/>
            </a:avLst>
          </a:prstGeom>
          <a:noFill/>
          <a:ln>
            <a:noFill/>
          </a:ln>
        </p:spPr>
      </p:sp>
      <p:sp>
        <p:nvSpPr>
          <p:cNvPr id="156" name="Google Shape;156;p27"/>
          <p:cNvSpPr txBox="1">
            <a:spLocks noGrp="1"/>
          </p:cNvSpPr>
          <p:nvPr>
            <p:ph type="subTitle" idx="4"/>
          </p:nvPr>
        </p:nvSpPr>
        <p:spPr>
          <a:xfrm>
            <a:off x="2602188" y="3567950"/>
            <a:ext cx="17022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57" name="Google Shape;157;p27"/>
          <p:cNvSpPr>
            <a:spLocks noGrp="1"/>
          </p:cNvSpPr>
          <p:nvPr>
            <p:ph type="pic" idx="5"/>
          </p:nvPr>
        </p:nvSpPr>
        <p:spPr>
          <a:xfrm>
            <a:off x="4629600" y="631925"/>
            <a:ext cx="2085300" cy="2768700"/>
          </a:xfrm>
          <a:prstGeom prst="round2SameRect">
            <a:avLst>
              <a:gd name="adj1" fmla="val 11780"/>
              <a:gd name="adj2" fmla="val 0"/>
            </a:avLst>
          </a:prstGeom>
          <a:noFill/>
          <a:ln>
            <a:noFill/>
          </a:ln>
        </p:spPr>
      </p:sp>
      <p:sp>
        <p:nvSpPr>
          <p:cNvPr id="158" name="Google Shape;158;p27"/>
          <p:cNvSpPr txBox="1">
            <a:spLocks noGrp="1"/>
          </p:cNvSpPr>
          <p:nvPr>
            <p:ph type="subTitle" idx="6"/>
          </p:nvPr>
        </p:nvSpPr>
        <p:spPr>
          <a:xfrm>
            <a:off x="4802675" y="3567950"/>
            <a:ext cx="17022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59" name="Google Shape;159;p27"/>
          <p:cNvSpPr>
            <a:spLocks noGrp="1"/>
          </p:cNvSpPr>
          <p:nvPr>
            <p:ph type="pic" idx="7"/>
          </p:nvPr>
        </p:nvSpPr>
        <p:spPr>
          <a:xfrm>
            <a:off x="6830075" y="632025"/>
            <a:ext cx="2085300" cy="2768700"/>
          </a:xfrm>
          <a:prstGeom prst="round2SameRect">
            <a:avLst>
              <a:gd name="adj1" fmla="val 11780"/>
              <a:gd name="adj2" fmla="val 0"/>
            </a:avLst>
          </a:prstGeom>
          <a:noFill/>
          <a:ln>
            <a:noFill/>
          </a:ln>
        </p:spPr>
      </p:sp>
      <p:sp>
        <p:nvSpPr>
          <p:cNvPr id="160" name="Google Shape;160;p27"/>
          <p:cNvSpPr txBox="1">
            <a:spLocks noGrp="1"/>
          </p:cNvSpPr>
          <p:nvPr>
            <p:ph type="subTitle" idx="8"/>
          </p:nvPr>
        </p:nvSpPr>
        <p:spPr>
          <a:xfrm>
            <a:off x="7003150" y="3568050"/>
            <a:ext cx="17022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ITLE_1_1_4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/>
          <p:nvPr/>
        </p:nvSpPr>
        <p:spPr>
          <a:xfrm>
            <a:off x="6625332" y="229950"/>
            <a:ext cx="2283000" cy="2283000"/>
          </a:xfrm>
          <a:prstGeom prst="roundRect">
            <a:avLst>
              <a:gd name="adj" fmla="val 1221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3" name="Google Shape;163;p28"/>
          <p:cNvSpPr/>
          <p:nvPr/>
        </p:nvSpPr>
        <p:spPr>
          <a:xfrm>
            <a:off x="235213" y="229950"/>
            <a:ext cx="6282300" cy="4683600"/>
          </a:xfrm>
          <a:prstGeom prst="roundRect">
            <a:avLst>
              <a:gd name="adj" fmla="val 584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6625786" y="2630415"/>
            <a:ext cx="2283000" cy="2283000"/>
          </a:xfrm>
          <a:prstGeom prst="roundRect">
            <a:avLst>
              <a:gd name="adj" fmla="val 1221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570013" y="3961157"/>
            <a:ext cx="55821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166" name="Google Shape;166;p28" descr="A donut shape"/>
          <p:cNvSpPr/>
          <p:nvPr/>
        </p:nvSpPr>
        <p:spPr>
          <a:xfrm>
            <a:off x="7134588" y="3139675"/>
            <a:ext cx="1264500" cy="1264500"/>
          </a:xfrm>
          <a:prstGeom prst="donut">
            <a:avLst>
              <a:gd name="adj" fmla="val 25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7" name="Google Shape;167;p28" descr="A star icon"/>
          <p:cNvSpPr/>
          <p:nvPr/>
        </p:nvSpPr>
        <p:spPr>
          <a:xfrm>
            <a:off x="7092288" y="697800"/>
            <a:ext cx="1349100" cy="1347300"/>
          </a:xfrm>
          <a:prstGeom prst="plaque">
            <a:avLst>
              <a:gd name="adj" fmla="val 4491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">
  <p:cSld name="CUSTOM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name="adj1" fmla="val 689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0" name="Google Shape;170;p29"/>
          <p:cNvSpPr txBox="1">
            <a:spLocks noGrp="1"/>
          </p:cNvSpPr>
          <p:nvPr>
            <p:ph type="subTitle" idx="1"/>
          </p:nvPr>
        </p:nvSpPr>
        <p:spPr>
          <a:xfrm>
            <a:off x="293700" y="295600"/>
            <a:ext cx="7725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9"/>
          <p:cNvSpPr txBox="1">
            <a:spLocks noGrp="1"/>
          </p:cNvSpPr>
          <p:nvPr>
            <p:ph type="subTitle" idx="2"/>
          </p:nvPr>
        </p:nvSpPr>
        <p:spPr>
          <a:xfrm>
            <a:off x="4810050" y="462400"/>
            <a:ext cx="40485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9"/>
          <p:cNvSpPr txBox="1">
            <a:spLocks noGrp="1"/>
          </p:cNvSpPr>
          <p:nvPr>
            <p:ph type="subTitle" idx="3"/>
          </p:nvPr>
        </p:nvSpPr>
        <p:spPr>
          <a:xfrm>
            <a:off x="4810050" y="1406975"/>
            <a:ext cx="40485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9"/>
          <p:cNvSpPr txBox="1">
            <a:spLocks noGrp="1"/>
          </p:cNvSpPr>
          <p:nvPr>
            <p:ph type="subTitle" idx="4"/>
          </p:nvPr>
        </p:nvSpPr>
        <p:spPr>
          <a:xfrm>
            <a:off x="4810050" y="2351550"/>
            <a:ext cx="40485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9"/>
          <p:cNvSpPr txBox="1">
            <a:spLocks noGrp="1"/>
          </p:cNvSpPr>
          <p:nvPr>
            <p:ph type="subTitle" idx="5"/>
          </p:nvPr>
        </p:nvSpPr>
        <p:spPr>
          <a:xfrm>
            <a:off x="4810050" y="3296125"/>
            <a:ext cx="40485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9"/>
          <p:cNvSpPr txBox="1">
            <a:spLocks noGrp="1"/>
          </p:cNvSpPr>
          <p:nvPr>
            <p:ph type="subTitle" idx="6"/>
          </p:nvPr>
        </p:nvSpPr>
        <p:spPr>
          <a:xfrm>
            <a:off x="4810050" y="4240700"/>
            <a:ext cx="40485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228600" y="1001425"/>
            <a:ext cx="3912900" cy="24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r journey ">
  <p:cSld name="CUSTOM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name="adj" fmla="val 26895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 b="0" i="0" u="none" strike="noStrike" cap="none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79" name="Google Shape;179;p30"/>
          <p:cNvSpPr>
            <a:spLocks noGrp="1"/>
          </p:cNvSpPr>
          <p:nvPr>
            <p:ph type="pic" idx="2"/>
          </p:nvPr>
        </p:nvSpPr>
        <p:spPr>
          <a:xfrm>
            <a:off x="230700" y="911875"/>
            <a:ext cx="1751400" cy="2634000"/>
          </a:xfrm>
          <a:prstGeom prst="round2SameRect">
            <a:avLst>
              <a:gd name="adj1" fmla="val 12650"/>
              <a:gd name="adj2" fmla="val 0"/>
            </a:avLst>
          </a:prstGeom>
          <a:noFill/>
          <a:ln>
            <a:noFill/>
          </a:ln>
        </p:spPr>
      </p:sp>
      <p:sp>
        <p:nvSpPr>
          <p:cNvPr id="180" name="Google Shape;180;p30"/>
          <p:cNvSpPr txBox="1">
            <a:spLocks noGrp="1"/>
          </p:cNvSpPr>
          <p:nvPr>
            <p:ph type="subTitle" idx="1"/>
          </p:nvPr>
        </p:nvSpPr>
        <p:spPr>
          <a:xfrm>
            <a:off x="314750" y="3677475"/>
            <a:ext cx="15654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30"/>
          <p:cNvSpPr>
            <a:spLocks noGrp="1"/>
          </p:cNvSpPr>
          <p:nvPr>
            <p:ph type="pic" idx="3"/>
          </p:nvPr>
        </p:nvSpPr>
        <p:spPr>
          <a:xfrm>
            <a:off x="2867100" y="480475"/>
            <a:ext cx="1746300" cy="1337400"/>
          </a:xfrm>
          <a:prstGeom prst="round2SameRect">
            <a:avLst>
              <a:gd name="adj1" fmla="val 11765"/>
              <a:gd name="adj2" fmla="val 0"/>
            </a:avLst>
          </a:prstGeom>
          <a:noFill/>
          <a:ln>
            <a:noFill/>
          </a:ln>
        </p:spPr>
      </p:sp>
      <p:sp>
        <p:nvSpPr>
          <p:cNvPr id="182" name="Google Shape;182;p30"/>
          <p:cNvSpPr>
            <a:spLocks noGrp="1"/>
          </p:cNvSpPr>
          <p:nvPr>
            <p:ph type="pic" idx="4"/>
          </p:nvPr>
        </p:nvSpPr>
        <p:spPr>
          <a:xfrm>
            <a:off x="2867100" y="2804388"/>
            <a:ext cx="1746300" cy="1337400"/>
          </a:xfrm>
          <a:prstGeom prst="round2SameRect">
            <a:avLst>
              <a:gd name="adj1" fmla="val 11765"/>
              <a:gd name="adj2" fmla="val 0"/>
            </a:avLst>
          </a:prstGeom>
          <a:noFill/>
          <a:ln>
            <a:noFill/>
          </a:ln>
        </p:spPr>
      </p:sp>
      <p:sp>
        <p:nvSpPr>
          <p:cNvPr id="183" name="Google Shape;183;p30"/>
          <p:cNvSpPr>
            <a:spLocks noGrp="1"/>
          </p:cNvSpPr>
          <p:nvPr>
            <p:ph type="pic" idx="5"/>
          </p:nvPr>
        </p:nvSpPr>
        <p:spPr>
          <a:xfrm rot="-5400000">
            <a:off x="5934450" y="-27825"/>
            <a:ext cx="1344300" cy="2202000"/>
          </a:xfrm>
          <a:prstGeom prst="round2SameRect">
            <a:avLst>
              <a:gd name="adj1" fmla="val 9438"/>
              <a:gd name="adj2" fmla="val 0"/>
            </a:avLst>
          </a:prstGeom>
          <a:noFill/>
          <a:ln>
            <a:noFill/>
          </a:ln>
        </p:spPr>
      </p:sp>
      <p:sp>
        <p:nvSpPr>
          <p:cNvPr id="184" name="Google Shape;184;p30"/>
          <p:cNvSpPr>
            <a:spLocks noGrp="1"/>
          </p:cNvSpPr>
          <p:nvPr>
            <p:ph type="pic" idx="6"/>
          </p:nvPr>
        </p:nvSpPr>
        <p:spPr>
          <a:xfrm rot="-5400000">
            <a:off x="5934450" y="1470950"/>
            <a:ext cx="1344300" cy="2202000"/>
          </a:xfrm>
          <a:prstGeom prst="round2SameRect">
            <a:avLst>
              <a:gd name="adj1" fmla="val 9438"/>
              <a:gd name="adj2" fmla="val 0"/>
            </a:avLst>
          </a:prstGeom>
          <a:noFill/>
          <a:ln>
            <a:noFill/>
          </a:ln>
        </p:spPr>
      </p:sp>
      <p:sp>
        <p:nvSpPr>
          <p:cNvPr id="185" name="Google Shape;185;p30"/>
          <p:cNvSpPr>
            <a:spLocks noGrp="1"/>
          </p:cNvSpPr>
          <p:nvPr>
            <p:ph type="pic" idx="7"/>
          </p:nvPr>
        </p:nvSpPr>
        <p:spPr>
          <a:xfrm rot="-5400000">
            <a:off x="5934450" y="2969725"/>
            <a:ext cx="1344300" cy="2202000"/>
          </a:xfrm>
          <a:prstGeom prst="round2SameRect">
            <a:avLst>
              <a:gd name="adj1" fmla="val 9438"/>
              <a:gd name="adj2" fmla="val 0"/>
            </a:avLst>
          </a:prstGeom>
          <a:noFill/>
          <a:ln>
            <a:noFill/>
          </a:ln>
        </p:spPr>
      </p:sp>
      <p:sp>
        <p:nvSpPr>
          <p:cNvPr id="186" name="Google Shape;186;p30"/>
          <p:cNvSpPr txBox="1">
            <a:spLocks noGrp="1"/>
          </p:cNvSpPr>
          <p:nvPr>
            <p:ph type="subTitle" idx="8"/>
          </p:nvPr>
        </p:nvSpPr>
        <p:spPr>
          <a:xfrm>
            <a:off x="2961150" y="1899800"/>
            <a:ext cx="15654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subTitle" idx="9"/>
          </p:nvPr>
        </p:nvSpPr>
        <p:spPr>
          <a:xfrm>
            <a:off x="2961150" y="4252075"/>
            <a:ext cx="15654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30"/>
          <p:cNvSpPr txBox="1">
            <a:spLocks noGrp="1"/>
          </p:cNvSpPr>
          <p:nvPr>
            <p:ph type="subTitle" idx="13"/>
          </p:nvPr>
        </p:nvSpPr>
        <p:spPr>
          <a:xfrm>
            <a:off x="7827000" y="522700"/>
            <a:ext cx="952500" cy="10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subTitle" idx="14"/>
          </p:nvPr>
        </p:nvSpPr>
        <p:spPr>
          <a:xfrm>
            <a:off x="7827000" y="2036750"/>
            <a:ext cx="952500" cy="10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0" name="Google Shape;190;p30"/>
          <p:cNvSpPr txBox="1">
            <a:spLocks noGrp="1"/>
          </p:cNvSpPr>
          <p:nvPr>
            <p:ph type="subTitle" idx="15"/>
          </p:nvPr>
        </p:nvSpPr>
        <p:spPr>
          <a:xfrm>
            <a:off x="7827000" y="3550800"/>
            <a:ext cx="952500" cy="10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r journey ALT 1">
  <p:cSld name="CUSTOM_2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name="adj" fmla="val 26895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 b="0" i="0" u="none" strike="noStrike" cap="none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93" name="Google Shape;193;p31"/>
          <p:cNvSpPr txBox="1">
            <a:spLocks noGrp="1"/>
          </p:cNvSpPr>
          <p:nvPr>
            <p:ph type="body" idx="1"/>
          </p:nvPr>
        </p:nvSpPr>
        <p:spPr>
          <a:xfrm>
            <a:off x="347850" y="1888450"/>
            <a:ext cx="1780800" cy="14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body" idx="2"/>
          </p:nvPr>
        </p:nvSpPr>
        <p:spPr>
          <a:xfrm>
            <a:off x="6079400" y="405850"/>
            <a:ext cx="2683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195" name="Google Shape;195;p31"/>
          <p:cNvSpPr txBox="1">
            <a:spLocks noGrp="1"/>
          </p:cNvSpPr>
          <p:nvPr>
            <p:ph type="body" idx="3"/>
          </p:nvPr>
        </p:nvSpPr>
        <p:spPr>
          <a:xfrm>
            <a:off x="6079400" y="1606817"/>
            <a:ext cx="2683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body" idx="4"/>
          </p:nvPr>
        </p:nvSpPr>
        <p:spPr>
          <a:xfrm>
            <a:off x="6079400" y="2807783"/>
            <a:ext cx="2683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5"/>
          </p:nvPr>
        </p:nvSpPr>
        <p:spPr>
          <a:xfrm>
            <a:off x="6079400" y="4008750"/>
            <a:ext cx="2683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198" name="Google Shape;198;p31"/>
          <p:cNvSpPr txBox="1">
            <a:spLocks noGrp="1"/>
          </p:cNvSpPr>
          <p:nvPr>
            <p:ph type="body" idx="6"/>
          </p:nvPr>
        </p:nvSpPr>
        <p:spPr>
          <a:xfrm>
            <a:off x="3213625" y="662625"/>
            <a:ext cx="1780800" cy="14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199" name="Google Shape;199;p31"/>
          <p:cNvSpPr txBox="1">
            <a:spLocks noGrp="1"/>
          </p:cNvSpPr>
          <p:nvPr>
            <p:ph type="body" idx="7"/>
          </p:nvPr>
        </p:nvSpPr>
        <p:spPr>
          <a:xfrm>
            <a:off x="3213625" y="3056300"/>
            <a:ext cx="1780800" cy="14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8" name="Google Shape;208;p3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3" name="Google Shape;213;p3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8" name="Google Shape;218;p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9" name="Google Shape;219;p3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24" name="Google Shape;224;p4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4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8" name="Google Shape;228;p4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9" name="Google Shape;229;p4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0" name="Google Shape;230;p4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1" name="Google Shape;231;p4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2" name="Google Shape;232;p4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39" name="Google Shape;239;p4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0" name="Google Shape;240;p4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4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42" name="Google Shape;242;p4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5" name="Google Shape;245;p4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6" name="Google Shape;246;p4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47" name="Google Shape;247;p4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48" name="Google Shape;248;p4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49" name="Google Shape;249;p4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50" name="Google Shape;250;p4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3" name="Google Shape;253;p4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4" name="Google Shape;254;p4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5" name="Google Shape;255;p4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6" name="Google Shape;256;p4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57" name="Google Shape;257;p4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58" name="Google Shape;258;p4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59" name="Google Shape;259;p4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60" name="Google Shape;260;p4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4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6" name="Google Shape;266;p4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4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4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9" name="Google Shape;269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1" name="Google Shape;271;p4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4" name="Google Shape;274;p4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4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4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7" name="Google Shape;277;p4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4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9" name="Google Shape;279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4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81" name="Google Shape;281;p4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82" name="Google Shape;282;p4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5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5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5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p5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5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2" name="Google Shape;292;p5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5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5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5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441375" y="356475"/>
            <a:ext cx="28602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477400" y="1551575"/>
            <a:ext cx="5666400" cy="24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4" r:id="rId35"/>
    <p:sldLayoutId id="2147483685" r:id="rId36"/>
    <p:sldLayoutId id="2147483686" r:id="rId37"/>
    <p:sldLayoutId id="2147483687" r:id="rId38"/>
    <p:sldLayoutId id="2147483688" r:id="rId39"/>
    <p:sldLayoutId id="2147483689" r:id="rId40"/>
    <p:sldLayoutId id="2147483690" r:id="rId41"/>
    <p:sldLayoutId id="2147483691" r:id="rId4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orient="horz" pos="144">
          <p15:clr>
            <a:srgbClr val="E46962"/>
          </p15:clr>
        </p15:guide>
        <p15:guide id="3" pos="144">
          <p15:clr>
            <a:srgbClr val="E46962"/>
          </p15:clr>
        </p15:guide>
        <p15:guide id="4" orient="horz" pos="309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"/>
          <p:cNvSpPr txBox="1">
            <a:spLocks noGrp="1"/>
          </p:cNvSpPr>
          <p:nvPr>
            <p:ph type="subTitle" idx="1"/>
          </p:nvPr>
        </p:nvSpPr>
        <p:spPr>
          <a:xfrm>
            <a:off x="5954858" y="1124688"/>
            <a:ext cx="2739000" cy="28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 b="1" dirty="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Presented by:</a:t>
            </a:r>
            <a:endParaRPr sz="2800" b="1" dirty="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 dirty="0">
                <a:solidFill>
                  <a:srgbClr val="F3F3F3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Gowrish</a:t>
            </a:r>
            <a:endParaRPr sz="2800" dirty="0">
              <a:solidFill>
                <a:srgbClr val="F3F3F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 dirty="0">
                <a:solidFill>
                  <a:srgbClr val="F3F3F3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Jennith</a:t>
            </a:r>
            <a:br>
              <a:rPr lang="en" sz="2800" dirty="0">
                <a:solidFill>
                  <a:srgbClr val="F3F3F3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</a:br>
            <a:r>
              <a:rPr lang="en" sz="2800" dirty="0">
                <a:solidFill>
                  <a:srgbClr val="F3F3F3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Piyush</a:t>
            </a:r>
            <a:endParaRPr sz="2800" dirty="0">
              <a:solidFill>
                <a:srgbClr val="F3F3F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 dirty="0">
                <a:solidFill>
                  <a:srgbClr val="F3F3F3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Gouse</a:t>
            </a:r>
            <a:endParaRPr sz="2800" dirty="0">
              <a:solidFill>
                <a:srgbClr val="F3F3F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 dirty="0">
                <a:solidFill>
                  <a:srgbClr val="F3F3F3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Bhanu</a:t>
            </a:r>
            <a:endParaRPr sz="2800" dirty="0">
              <a:solidFill>
                <a:srgbClr val="F3F3F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02" name="Google Shape;302;p1"/>
          <p:cNvSpPr txBox="1">
            <a:spLocks noGrp="1"/>
          </p:cNvSpPr>
          <p:nvPr>
            <p:ph type="subTitle" idx="1"/>
          </p:nvPr>
        </p:nvSpPr>
        <p:spPr>
          <a:xfrm>
            <a:off x="905265" y="3802566"/>
            <a:ext cx="4479900" cy="352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4"/>
              <a:buNone/>
            </a:pPr>
            <a:r>
              <a:rPr lang="en" sz="1447" dirty="0">
                <a:solidFill>
                  <a:srgbClr val="F3F3F3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"Turning Academic Burnout into an Adventure."</a:t>
            </a:r>
            <a:endParaRPr sz="1447" dirty="0">
              <a:solidFill>
                <a:srgbClr val="F3F3F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4"/>
              <a:buNone/>
            </a:pPr>
            <a:endParaRPr sz="1335" dirty="0">
              <a:solidFill>
                <a:srgbClr val="F3F3F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E8461B-EBA5-3DAA-6A4F-BFADE0067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42" y="1084932"/>
            <a:ext cx="5390147" cy="26130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D28E45D-B1BB-42C6-09DD-CC30B6635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15" y="512043"/>
            <a:ext cx="4621169" cy="9693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D3F4643-C192-35FE-72B3-52D97B0A0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730" y="1664015"/>
            <a:ext cx="6602540" cy="27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9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"/>
          <p:cNvSpPr/>
          <p:nvPr/>
        </p:nvSpPr>
        <p:spPr>
          <a:xfrm>
            <a:off x="4629600" y="912725"/>
            <a:ext cx="2085300" cy="4230900"/>
          </a:xfrm>
          <a:prstGeom prst="round2SameRect">
            <a:avLst>
              <a:gd name="adj1" fmla="val 12424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08" name="Google Shape;308;p2"/>
          <p:cNvSpPr/>
          <p:nvPr/>
        </p:nvSpPr>
        <p:spPr>
          <a:xfrm>
            <a:off x="6830100" y="912725"/>
            <a:ext cx="2085300" cy="4230900"/>
          </a:xfrm>
          <a:prstGeom prst="round2SameRect">
            <a:avLst>
              <a:gd name="adj1" fmla="val 12424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09" name="Google Shape;309;p2"/>
          <p:cNvSpPr/>
          <p:nvPr/>
        </p:nvSpPr>
        <p:spPr>
          <a:xfrm>
            <a:off x="2429100" y="912725"/>
            <a:ext cx="2085300" cy="4230900"/>
          </a:xfrm>
          <a:prstGeom prst="round2SameRect">
            <a:avLst>
              <a:gd name="adj1" fmla="val 12424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10" name="Google Shape;310;p2"/>
          <p:cNvSpPr/>
          <p:nvPr/>
        </p:nvSpPr>
        <p:spPr>
          <a:xfrm>
            <a:off x="228600" y="912725"/>
            <a:ext cx="2085300" cy="4230900"/>
          </a:xfrm>
          <a:prstGeom prst="round2SameRect">
            <a:avLst>
              <a:gd name="adj1" fmla="val 12424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11" name="Google Shape;311;p2"/>
          <p:cNvSpPr txBox="1">
            <a:spLocks noGrp="1"/>
          </p:cNvSpPr>
          <p:nvPr>
            <p:ph type="subTitle" idx="1"/>
          </p:nvPr>
        </p:nvSpPr>
        <p:spPr>
          <a:xfrm>
            <a:off x="425875" y="1205300"/>
            <a:ext cx="17169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 b="1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The Planning Fallacy:</a:t>
            </a:r>
            <a:endParaRPr sz="1400" b="1">
              <a:solidFill>
                <a:srgbClr val="FFFFFF"/>
              </a:solidFill>
              <a:latin typeface="+mn-lt"/>
              <a:ea typeface="Inter"/>
              <a:cs typeface="Inter"/>
              <a:sym typeface="Inter"/>
            </a:endParaRPr>
          </a:p>
        </p:txBody>
      </p:sp>
      <p:sp>
        <p:nvSpPr>
          <p:cNvPr id="312" name="Google Shape;312;p2"/>
          <p:cNvSpPr txBox="1">
            <a:spLocks noGrp="1"/>
          </p:cNvSpPr>
          <p:nvPr>
            <p:ph type="body" idx="7"/>
          </p:nvPr>
        </p:nvSpPr>
        <p:spPr>
          <a:xfrm>
            <a:off x="399725" y="1757659"/>
            <a:ext cx="1716900" cy="2084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rPr lang="en" sz="1400" dirty="0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Research shows students spend up to 30% of their study time just organizing tasks, leading to "Decision Fatigue" before they even start the first chapter.</a:t>
            </a:r>
            <a:endParaRPr sz="1400" dirty="0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13" name="Google Shape;313;p2"/>
          <p:cNvSpPr txBox="1">
            <a:spLocks noGrp="1"/>
          </p:cNvSpPr>
          <p:nvPr>
            <p:ph type="subTitle" idx="8"/>
          </p:nvPr>
        </p:nvSpPr>
        <p:spPr>
          <a:xfrm>
            <a:off x="2600225" y="1163477"/>
            <a:ext cx="17169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 b="1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The Insight:</a:t>
            </a:r>
            <a:endParaRPr sz="1400" b="1">
              <a:solidFill>
                <a:srgbClr val="FFFFFF"/>
              </a:solidFill>
              <a:latin typeface="+mn-lt"/>
              <a:ea typeface="Inter"/>
              <a:cs typeface="Inter"/>
              <a:sym typeface="Inter"/>
            </a:endParaRPr>
          </a:p>
        </p:txBody>
      </p:sp>
      <p:sp>
        <p:nvSpPr>
          <p:cNvPr id="314" name="Google Shape;314;p2"/>
          <p:cNvSpPr txBox="1">
            <a:spLocks noGrp="1"/>
          </p:cNvSpPr>
          <p:nvPr>
            <p:ph type="body" idx="13"/>
          </p:nvPr>
        </p:nvSpPr>
        <p:spPr>
          <a:xfrm>
            <a:off x="2600225" y="1757659"/>
            <a:ext cx="1716900" cy="1589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rPr lang="en" sz="1400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We don't have a lack of tools; we have a lack of incentive. Current apps track time, but they don't inspire action.</a:t>
            </a:r>
            <a:endParaRPr sz="1400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15" name="Google Shape;315;p2"/>
          <p:cNvSpPr txBox="1">
            <a:spLocks noGrp="1"/>
          </p:cNvSpPr>
          <p:nvPr>
            <p:ph type="subTitle" idx="14"/>
          </p:nvPr>
        </p:nvSpPr>
        <p:spPr>
          <a:xfrm>
            <a:off x="4800725" y="1163461"/>
            <a:ext cx="17169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 b="1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Lack of Immediate Feedback:</a:t>
            </a:r>
            <a:endParaRPr sz="1400" b="1">
              <a:solidFill>
                <a:srgbClr val="FFFFFF"/>
              </a:solidFill>
              <a:latin typeface="+mn-lt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2"/>
          <p:cNvSpPr txBox="1">
            <a:spLocks noGrp="1"/>
          </p:cNvSpPr>
          <p:nvPr>
            <p:ph type="body" idx="16"/>
          </p:nvPr>
        </p:nvSpPr>
        <p:spPr>
          <a:xfrm>
            <a:off x="4800725" y="1757659"/>
            <a:ext cx="1716900" cy="2580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rPr lang="en" sz="1400" dirty="0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Academic rewards (grades) are delayed by months. Without immediate "dopamine hits," students lose motivation compared to the instant gratification provided by social media and gaming.</a:t>
            </a:r>
            <a:endParaRPr sz="1400" dirty="0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17" name="Google Shape;317;p2"/>
          <p:cNvSpPr txBox="1">
            <a:spLocks noGrp="1"/>
          </p:cNvSpPr>
          <p:nvPr>
            <p:ph type="subTitle" idx="17"/>
          </p:nvPr>
        </p:nvSpPr>
        <p:spPr>
          <a:xfrm>
            <a:off x="7027375" y="1163477"/>
            <a:ext cx="17169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 b="1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The Mental Health Toll:</a:t>
            </a:r>
            <a:endParaRPr sz="1400" b="1">
              <a:solidFill>
                <a:srgbClr val="FFFFFF"/>
              </a:solidFill>
              <a:latin typeface="+mn-lt"/>
              <a:ea typeface="Inter"/>
              <a:cs typeface="Inter"/>
              <a:sym typeface="Inter"/>
            </a:endParaRPr>
          </a:p>
        </p:txBody>
      </p:sp>
      <p:sp>
        <p:nvSpPr>
          <p:cNvPr id="318" name="Google Shape;318;p2"/>
          <p:cNvSpPr txBox="1">
            <a:spLocks noGrp="1"/>
          </p:cNvSpPr>
          <p:nvPr>
            <p:ph type="body" idx="19"/>
          </p:nvPr>
        </p:nvSpPr>
        <p:spPr>
          <a:xfrm>
            <a:off x="7001225" y="1757659"/>
            <a:ext cx="1716900" cy="2084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rPr lang="en" sz="1400" dirty="0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Unstructured study habits lead to the "Guilt-Procrastination Cycle," where the time spent not studying is plagued by the stress of what should be done.</a:t>
            </a:r>
            <a:endParaRPr sz="1400" dirty="0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19" name="Google Shape;319;p2"/>
          <p:cNvSpPr/>
          <p:nvPr/>
        </p:nvSpPr>
        <p:spPr>
          <a:xfrm>
            <a:off x="228600" y="289697"/>
            <a:ext cx="8686800" cy="385800"/>
          </a:xfrm>
          <a:prstGeom prst="roundRect">
            <a:avLst>
              <a:gd name="adj" fmla="val 26895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500" i="0" u="none" strike="noStrike" cap="none">
                <a:solidFill>
                  <a:schemeClr val="accent3"/>
                </a:solidFill>
                <a:latin typeface="+mn-lt"/>
                <a:ea typeface="Inter SemiBold"/>
                <a:cs typeface="Inter SemiBold"/>
                <a:sym typeface="Inter SemiBold"/>
              </a:rPr>
              <a:t>Why Traditional Productivity Tools Fail Students  – "The Invisible Wall"</a:t>
            </a:r>
            <a:endParaRPr i="0" u="none" strike="noStrike" cap="none">
              <a:solidFill>
                <a:schemeClr val="accent3"/>
              </a:solidFill>
              <a:latin typeface="+mn-lt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"/>
          <p:cNvSpPr txBox="1">
            <a:spLocks noGrp="1"/>
          </p:cNvSpPr>
          <p:nvPr>
            <p:ph type="body" idx="1"/>
          </p:nvPr>
        </p:nvSpPr>
        <p:spPr>
          <a:xfrm>
            <a:off x="277650" y="968925"/>
            <a:ext cx="4084800" cy="3899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FFFFFF"/>
                </a:solidFill>
                <a:latin typeface="+mn-lt"/>
              </a:rPr>
              <a:t>File Ingestion:</a:t>
            </a:r>
            <a:r>
              <a:rPr lang="en" sz="1700" dirty="0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 Students upload their own course PDFs, PPTs, and Docs to start their journey.</a:t>
            </a:r>
            <a:endParaRPr sz="1700" dirty="0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FFFFFF"/>
                </a:solidFill>
                <a:latin typeface="+mn-lt"/>
              </a:rPr>
              <a:t>Automated Course Planning:</a:t>
            </a:r>
            <a:r>
              <a:rPr lang="en" sz="1700" dirty="0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 The app analyzes the material to build a personalized route tailored to the student's specific requirements.</a:t>
            </a:r>
            <a:endParaRPr sz="1700" dirty="0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1000"/>
              </a:spcAft>
              <a:buNone/>
            </a:pPr>
            <a:r>
              <a:rPr lang="en" sz="1700" b="1" dirty="0">
                <a:solidFill>
                  <a:srgbClr val="FFFFFF"/>
                </a:solidFill>
                <a:latin typeface="+mn-lt"/>
              </a:rPr>
              <a:t>Defeating Decision Fatigue:</a:t>
            </a:r>
            <a:r>
              <a:rPr lang="en" sz="1700" dirty="0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 We eliminate the 30% of time students waste just organizing, allowing them to start learning immediately.</a:t>
            </a:r>
            <a:endParaRPr sz="2300" dirty="0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25" name="Google Shape;325;p3"/>
          <p:cNvSpPr txBox="1">
            <a:spLocks noGrp="1"/>
          </p:cNvSpPr>
          <p:nvPr>
            <p:ph type="body" idx="4"/>
          </p:nvPr>
        </p:nvSpPr>
        <p:spPr>
          <a:xfrm>
            <a:off x="4830900" y="968925"/>
            <a:ext cx="4084800" cy="224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FFFFFF"/>
                </a:solidFill>
                <a:latin typeface="+mn-lt"/>
              </a:rPr>
              <a:t>Custom Campaigns:</a:t>
            </a:r>
            <a:r>
              <a:rPr lang="en" sz="1700" dirty="0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 Every student follows a unique plan based on their academic load and personal pacing.</a:t>
            </a:r>
            <a:endParaRPr sz="1700" dirty="0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1000"/>
              </a:spcAft>
              <a:buNone/>
            </a:pPr>
            <a:r>
              <a:rPr lang="en" sz="1700" b="1" dirty="0">
                <a:solidFill>
                  <a:srgbClr val="FFFFFF"/>
                </a:solidFill>
                <a:latin typeface="+mn-lt"/>
              </a:rPr>
              <a:t>Stress-Free Start:</a:t>
            </a:r>
            <a:r>
              <a:rPr lang="en" sz="1700" dirty="0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 A clear, guided path removes the mental toll of the "Guilt-Procrastination Cycle."</a:t>
            </a:r>
            <a:endParaRPr sz="1600" b="1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326" name="Google Shape;326;p3"/>
          <p:cNvSpPr/>
          <p:nvPr/>
        </p:nvSpPr>
        <p:spPr>
          <a:xfrm>
            <a:off x="277650" y="228600"/>
            <a:ext cx="8638200" cy="462600"/>
          </a:xfrm>
          <a:prstGeom prst="roundRect">
            <a:avLst>
              <a:gd name="adj" fmla="val 26895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600">
                <a:solidFill>
                  <a:schemeClr val="accent3"/>
                </a:solidFill>
                <a:latin typeface="+mn-lt"/>
                <a:ea typeface="Inter SemiBold"/>
                <a:cs typeface="Inter SemiBold"/>
                <a:sym typeface="Inter SemiBold"/>
              </a:rPr>
              <a:t> The Forge – Document to Quest</a:t>
            </a:r>
            <a:endParaRPr sz="1600" i="0" u="none" strike="noStrike" cap="none">
              <a:solidFill>
                <a:schemeClr val="accent3"/>
              </a:solidFill>
              <a:latin typeface="+mn-lt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327" name="Google Shape;327;p3"/>
          <p:cNvCxnSpPr/>
          <p:nvPr/>
        </p:nvCxnSpPr>
        <p:spPr>
          <a:xfrm>
            <a:off x="4572000" y="912725"/>
            <a:ext cx="0" cy="4230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"/>
          <p:cNvSpPr txBox="1">
            <a:spLocks noGrp="1"/>
          </p:cNvSpPr>
          <p:nvPr>
            <p:ph type="subTitle" idx="1"/>
          </p:nvPr>
        </p:nvSpPr>
        <p:spPr>
          <a:xfrm>
            <a:off x="228600" y="923452"/>
            <a:ext cx="4343400" cy="39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Active Revision:</a:t>
            </a:r>
            <a:r>
              <a:rPr lang="en" sz="1200" dirty="0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 Before reaching the end of a module, students use AI-generated flashcards to revise key points from their uploaded docs.</a:t>
            </a:r>
            <a:endParaRPr sz="1200" dirty="0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The Final Challenge: </a:t>
            </a:r>
            <a:r>
              <a:rPr lang="en" sz="1200" dirty="0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Each level concludes with a simple MCQ exam to test knowledge and officially "clear" that stage.</a:t>
            </a:r>
            <a:endParaRPr sz="1200" dirty="0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Level-Based Progression:</a:t>
            </a:r>
            <a:r>
              <a:rPr lang="en" sz="1200" dirty="0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 Completing these challenges allows the student to "Level Up" their profile and unlock the next part of their path.</a:t>
            </a:r>
            <a:endParaRPr sz="1200" dirty="0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Immediate Positive Feedback:</a:t>
            </a:r>
            <a:r>
              <a:rPr lang="en" sz="1200" dirty="0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 Unlike delayed grades, the app provides instant points and rewards to maintain momentum.</a:t>
            </a:r>
            <a:endParaRPr sz="1200" dirty="0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Competency Tracking:</a:t>
            </a:r>
            <a:r>
              <a:rPr lang="en" sz="1200" dirty="0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 Students must prove mastery in the MCQs to advance, ensuring real learning happens without the stress of a formal exam environment.</a:t>
            </a:r>
            <a:endParaRPr sz="1200" dirty="0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333" name="Google Shape;333;p4" title="9a1b6eef5c7c633efb7eeb3a343a320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45500" y="923353"/>
            <a:ext cx="3969900" cy="396990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"/>
          <p:cNvSpPr/>
          <p:nvPr/>
        </p:nvSpPr>
        <p:spPr>
          <a:xfrm>
            <a:off x="228600" y="228600"/>
            <a:ext cx="8686800" cy="462600"/>
          </a:xfrm>
          <a:prstGeom prst="roundRect">
            <a:avLst>
              <a:gd name="adj" fmla="val 26895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+mn-lt"/>
                <a:ea typeface="Inter SemiBold"/>
                <a:cs typeface="Inter SemiBold"/>
                <a:sym typeface="Inter SemiBold"/>
              </a:rPr>
              <a:t>The Mastery Loop – Flashcards &amp; MCQs</a:t>
            </a:r>
            <a:endParaRPr>
              <a:solidFill>
                <a:schemeClr val="accent3"/>
              </a:solidFill>
              <a:latin typeface="+mn-lt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60F8F-DB29-D94D-FEB6-C55B9DA9C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959" y="2017752"/>
            <a:ext cx="4596328" cy="1107996"/>
          </a:xfrm>
        </p:spPr>
        <p:txBody>
          <a:bodyPr/>
          <a:lstStyle/>
          <a:p>
            <a:r>
              <a:rPr lang="en-IN" dirty="0">
                <a:latin typeface="+mn-lt"/>
              </a:rPr>
              <a:t>Project Architecture Diagram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863FEB-EFBC-E6B8-B06B-8DE4CD5123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3" r="1723"/>
          <a:stretch>
            <a:fillRect/>
          </a:stretch>
        </p:blipFill>
        <p:spPr>
          <a:xfrm>
            <a:off x="5192676" y="160860"/>
            <a:ext cx="3369365" cy="482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4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F036464-8B80-0AA1-380E-1A685A35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1718" y="54666"/>
            <a:ext cx="4500562" cy="553998"/>
          </a:xfrm>
        </p:spPr>
        <p:txBody>
          <a:bodyPr/>
          <a:lstStyle/>
          <a:p>
            <a:pPr algn="ctr"/>
            <a:r>
              <a:rPr lang="en-IN" sz="3600" dirty="0">
                <a:solidFill>
                  <a:schemeClr val="accent3"/>
                </a:solidFill>
                <a:latin typeface="+mn-lt"/>
                <a:cs typeface="Plus Jakarta Sans Medium" panose="020B0604020202020204" charset="0"/>
              </a:rPr>
              <a:t>Sample Wireframe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48271E-9465-FBB3-FAFA-C6F7D1F3EE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23" t="7247" r="7326" b="7836"/>
          <a:stretch>
            <a:fillRect/>
          </a:stretch>
        </p:blipFill>
        <p:spPr>
          <a:xfrm>
            <a:off x="959125" y="857281"/>
            <a:ext cx="7225748" cy="402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522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bc29cddc3a_0_10" title="df54ae6dc2cc9c981473feedeceeedb6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8403" t="11450" r="23524" b="11442"/>
          <a:stretch/>
        </p:blipFill>
        <p:spPr>
          <a:xfrm>
            <a:off x="228625" y="1063016"/>
            <a:ext cx="2085300" cy="2768700"/>
          </a:xfrm>
          <a:prstGeom prst="round2SameRect">
            <a:avLst>
              <a:gd name="adj1" fmla="val 16667"/>
              <a:gd name="adj2" fmla="val 0"/>
            </a:avLst>
          </a:prstGeom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7" name="Google Shape;347;g3bc29cddc3a_0_10"/>
          <p:cNvSpPr txBox="1">
            <a:spLocks noGrp="1"/>
          </p:cNvSpPr>
          <p:nvPr>
            <p:ph type="subTitle" idx="1"/>
          </p:nvPr>
        </p:nvSpPr>
        <p:spPr>
          <a:xfrm>
            <a:off x="228600" y="3944290"/>
            <a:ext cx="2085300" cy="9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Engaging UI Design:</a:t>
            </a:r>
            <a:r>
              <a:rPr lang="en" dirty="0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 A vibrant, modern, and interesting interface designed to keep students curious rather than overwhelmed.</a:t>
            </a:r>
            <a:endParaRPr dirty="0"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348" name="Google Shape;348;g3bc29cddc3a_0_10" title="5c8cfcb3838bc72ea2563c11f513b2b4.jpg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l="14709" r="9972"/>
          <a:stretch/>
        </p:blipFill>
        <p:spPr>
          <a:xfrm>
            <a:off x="2429113" y="1062916"/>
            <a:ext cx="2085300" cy="2768700"/>
          </a:xfrm>
          <a:prstGeom prst="round2SameRect">
            <a:avLst>
              <a:gd name="adj1" fmla="val 16667"/>
              <a:gd name="adj2" fmla="val 0"/>
            </a:avLst>
          </a:prstGeom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9" name="Google Shape;349;g3bc29cddc3a_0_10"/>
          <p:cNvSpPr txBox="1">
            <a:spLocks noGrp="1"/>
          </p:cNvSpPr>
          <p:nvPr>
            <p:ph type="subTitle" idx="4"/>
          </p:nvPr>
        </p:nvSpPr>
        <p:spPr>
          <a:xfrm>
            <a:off x="2429100" y="3943940"/>
            <a:ext cx="2085300" cy="9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Positive Reinforcement:</a:t>
            </a:r>
            <a:r>
              <a:rPr lang="en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 The gamification is built to keep students feeling positive and encouraged rather than creating "stress workouts."</a:t>
            </a:r>
            <a:endParaRPr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350" name="Google Shape;350;g3bc29cddc3a_0_10" title="19c384a2bdb8174a0383d55c9af113cd.jpg"/>
          <p:cNvPicPr preferRelativeResize="0">
            <a:picLocks noGrp="1"/>
          </p:cNvPicPr>
          <p:nvPr>
            <p:ph type="pic" idx="5"/>
          </p:nvPr>
        </p:nvPicPr>
        <p:blipFill rotWithShape="1">
          <a:blip r:embed="rId5">
            <a:alphaModFix/>
          </a:blip>
          <a:srcRect l="12344" r="12337"/>
          <a:stretch/>
        </p:blipFill>
        <p:spPr>
          <a:xfrm>
            <a:off x="4629600" y="1062916"/>
            <a:ext cx="2085300" cy="2768700"/>
          </a:xfrm>
          <a:prstGeom prst="round2SameRect">
            <a:avLst>
              <a:gd name="adj1" fmla="val 16667"/>
              <a:gd name="adj2" fmla="val 0"/>
            </a:avLst>
          </a:prstGeom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1" name="Google Shape;351;g3bc29cddc3a_0_10"/>
          <p:cNvSpPr txBox="1">
            <a:spLocks noGrp="1"/>
          </p:cNvSpPr>
          <p:nvPr>
            <p:ph type="subTitle" idx="6"/>
          </p:nvPr>
        </p:nvSpPr>
        <p:spPr>
          <a:xfrm>
            <a:off x="4629600" y="3943940"/>
            <a:ext cx="2085300" cy="9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Focus on Flow: </a:t>
            </a:r>
            <a:r>
              <a:rPr lang="en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The interface is streamlined to move the student from one task to the next with minimal friction.</a:t>
            </a:r>
            <a:endParaRPr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352" name="Google Shape;352;g3bc29cddc3a_0_10" title="a770a7f3df10dd93b5158ac0481b810e.jpg"/>
          <p:cNvPicPr preferRelativeResize="0">
            <a:picLocks noGrp="1"/>
          </p:cNvPicPr>
          <p:nvPr>
            <p:ph type="pic" idx="7"/>
          </p:nvPr>
        </p:nvPicPr>
        <p:blipFill rotWithShape="1">
          <a:blip r:embed="rId6">
            <a:alphaModFix/>
          </a:blip>
          <a:srcRect l="25786" t="11286" r="25356" b="23845"/>
          <a:stretch/>
        </p:blipFill>
        <p:spPr>
          <a:xfrm>
            <a:off x="6830075" y="1063016"/>
            <a:ext cx="2085300" cy="2768700"/>
          </a:xfrm>
          <a:prstGeom prst="round2SameRect">
            <a:avLst>
              <a:gd name="adj1" fmla="val 16667"/>
              <a:gd name="adj2" fmla="val 0"/>
            </a:avLst>
          </a:prstGeom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3" name="Google Shape;353;g3bc29cddc3a_0_10"/>
          <p:cNvSpPr txBox="1">
            <a:spLocks noGrp="1"/>
          </p:cNvSpPr>
          <p:nvPr>
            <p:ph type="subTitle" idx="8"/>
          </p:nvPr>
        </p:nvSpPr>
        <p:spPr>
          <a:xfrm>
            <a:off x="6830075" y="3944290"/>
            <a:ext cx="2085300" cy="9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Supportive Environment:</a:t>
            </a:r>
            <a:r>
              <a:rPr lang="en">
                <a:solidFill>
                  <a:srgbClr val="FFFFFF"/>
                </a:solidFill>
                <a:latin typeface="+mn-lt"/>
                <a:ea typeface="Inter ExtraLight"/>
                <a:cs typeface="Inter ExtraLight"/>
                <a:sym typeface="Inter ExtraLight"/>
              </a:rPr>
              <a:t> Every element of the app is designed to reduce academic anxiety and foster a "can-do" attitude.</a:t>
            </a:r>
            <a:endParaRPr>
              <a:solidFill>
                <a:srgbClr val="FFFFFF"/>
              </a:solidFill>
              <a:latin typeface="+mn-l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54" name="Google Shape;354;g3bc29cddc3a_0_10"/>
          <p:cNvSpPr/>
          <p:nvPr/>
        </p:nvSpPr>
        <p:spPr>
          <a:xfrm>
            <a:off x="228600" y="228600"/>
            <a:ext cx="8686800" cy="488400"/>
          </a:xfrm>
          <a:prstGeom prst="roundRect">
            <a:avLst>
              <a:gd name="adj" fmla="val 26895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3"/>
                </a:solidFill>
                <a:latin typeface="+mn-lt"/>
                <a:ea typeface="Inter SemiBold"/>
                <a:cs typeface="Inter SemiBold"/>
                <a:sym typeface="Inter SemiBold"/>
              </a:rPr>
              <a:t>Stress-Free &amp; Catchy Interface</a:t>
            </a:r>
            <a:endParaRPr sz="1700">
              <a:solidFill>
                <a:schemeClr val="accent3"/>
              </a:solidFill>
              <a:latin typeface="+mn-lt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c23612603_0_9"/>
          <p:cNvSpPr/>
          <p:nvPr/>
        </p:nvSpPr>
        <p:spPr>
          <a:xfrm>
            <a:off x="228600" y="722012"/>
            <a:ext cx="8686800" cy="540257"/>
          </a:xfrm>
          <a:prstGeom prst="roundRect">
            <a:avLst>
              <a:gd name="adj" fmla="val 26895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000" dirty="0">
                <a:solidFill>
                  <a:schemeClr val="accent3"/>
                </a:solidFill>
                <a:latin typeface="+mn-lt"/>
                <a:ea typeface="Inter SemiBold"/>
                <a:cs typeface="Inter SemiBold"/>
                <a:sym typeface="Inter SemiBold"/>
              </a:rPr>
              <a:t>The X-Factor – AI &amp; Integration</a:t>
            </a:r>
            <a:endParaRPr sz="2000" dirty="0">
              <a:solidFill>
                <a:schemeClr val="accent3"/>
              </a:solidFill>
              <a:latin typeface="+mn-lt"/>
              <a:ea typeface="Inter SemiBold"/>
              <a:cs typeface="Inter SemiBold"/>
              <a:sym typeface="Inter SemiBold"/>
            </a:endParaRPr>
          </a:p>
        </p:txBody>
      </p:sp>
      <p:graphicFrame>
        <p:nvGraphicFramePr>
          <p:cNvPr id="360" name="Google Shape;360;g3bc23612603_0_9"/>
          <p:cNvGraphicFramePr/>
          <p:nvPr>
            <p:extLst>
              <p:ext uri="{D42A27DB-BD31-4B8C-83A1-F6EECF244321}">
                <p14:modId xmlns:p14="http://schemas.microsoft.com/office/powerpoint/2010/main" val="1645621388"/>
              </p:ext>
            </p:extLst>
          </p:nvPr>
        </p:nvGraphicFramePr>
        <p:xfrm>
          <a:off x="228600" y="1572138"/>
          <a:ext cx="8686800" cy="2849350"/>
        </p:xfrm>
        <a:graphic>
          <a:graphicData uri="http://schemas.openxmlformats.org/drawingml/2006/table">
            <a:tbl>
              <a:tblPr>
                <a:noFill/>
                <a:tableStyleId>{F051909B-EDDD-4CCB-A6CE-080B43128BAC}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1775">
                <a:tc>
                  <a:txBody>
                    <a:bodyPr/>
                    <a:lstStyle/>
                    <a:p>
                      <a:pPr marL="12065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700"/>
                        <a:buFont typeface="Inter SemiBold"/>
                        <a:buNone/>
                      </a:pPr>
                      <a:r>
                        <a:rPr lang="en" sz="1700" b="1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AI Adaptive Scheduling:</a:t>
                      </a:r>
                      <a:endParaRPr sz="1700" b="1">
                        <a:solidFill>
                          <a:srgbClr val="FFFFFF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L="68575" marR="68575" marT="91425" marB="91425">
                    <a:lnL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FFFFFF"/>
                          </a:solidFill>
                          <a:latin typeface="Inter ExtraLight"/>
                          <a:ea typeface="Inter ExtraLight"/>
                          <a:cs typeface="Inter ExtraLight"/>
                          <a:sym typeface="Inter ExtraLight"/>
                        </a:rPr>
                        <a:t>The app uses a "Spaced Repetition" algorithm to schedule tasks for peak alertness.</a:t>
                      </a:r>
                      <a:endParaRPr sz="1200" dirty="0">
                        <a:solidFill>
                          <a:srgbClr val="FFFFFF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L="68575" marR="68575" marT="91425" marB="91425">
                    <a:lnL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775">
                <a:tc>
                  <a:txBody>
                    <a:bodyPr/>
                    <a:lstStyle/>
                    <a:p>
                      <a:pPr marL="12065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700"/>
                        <a:buFont typeface="Inter SemiBold"/>
                        <a:buNone/>
                      </a:pPr>
                      <a:r>
                        <a:rPr lang="en" sz="1700" b="1" dirty="0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The Tech Stack:</a:t>
                      </a:r>
                      <a:endParaRPr sz="1700" b="1" dirty="0">
                        <a:solidFill>
                          <a:srgbClr val="FFFFFF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L="68575" marR="68575" marT="91425" marB="91425">
                    <a:lnL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4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4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FFFFFF"/>
                          </a:solidFill>
                          <a:latin typeface="Inter ExtraLight"/>
                          <a:ea typeface="Inter ExtraLight"/>
                          <a:cs typeface="Inter ExtraLight"/>
                          <a:sym typeface="Inter ExtraLight"/>
                        </a:rPr>
                        <a:t>Developed using React (vite), Node.js, Gemini API, and tailwind CSS.</a:t>
                      </a:r>
                      <a:endParaRPr sz="1200" dirty="0">
                        <a:solidFill>
                          <a:srgbClr val="FFFFFF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L="68575" marR="68575" marT="91425" marB="91425">
                    <a:lnL w="114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4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5800">
                <a:tc>
                  <a:txBody>
                    <a:bodyPr/>
                    <a:lstStyle/>
                    <a:p>
                      <a:pPr marL="12065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700"/>
                        <a:buFont typeface="Inter SemiBold"/>
                        <a:buNone/>
                      </a:pPr>
                      <a:r>
                        <a:rPr lang="en" sz="1700" b="1" dirty="0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Feasibility: </a:t>
                      </a:r>
                      <a:endParaRPr sz="1700" b="1" dirty="0">
                        <a:solidFill>
                          <a:srgbClr val="FFFFFF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L="68575" marR="68575" marT="91425" marB="91425">
                    <a:lnL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FFFFFF"/>
                          </a:solidFill>
                          <a:latin typeface="Inter ExtraLight"/>
                          <a:ea typeface="Inter ExtraLight"/>
                          <a:cs typeface="Inter ExtraLight"/>
                          <a:sym typeface="Inter ExtraLight"/>
                        </a:rPr>
                        <a:t>The prototype can be built rapidly using existing PDF-parsing APIs and gamification frameworks.</a:t>
                      </a:r>
                      <a:endParaRPr sz="1200" dirty="0">
                        <a:solidFill>
                          <a:srgbClr val="FFFFFF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L="68575" marR="68575" marT="91425" marB="91425">
                    <a:lnL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4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"/>
          <p:cNvSpPr/>
          <p:nvPr/>
        </p:nvSpPr>
        <p:spPr>
          <a:xfrm>
            <a:off x="228600" y="2241571"/>
            <a:ext cx="2085300" cy="523200"/>
          </a:xfrm>
          <a:prstGeom prst="roundRect">
            <a:avLst>
              <a:gd name="adj" fmla="val 2689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6457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i="0" u="none" strike="noStrike" cap="none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66" name="Google Shape;366;p5"/>
          <p:cNvSpPr/>
          <p:nvPr/>
        </p:nvSpPr>
        <p:spPr>
          <a:xfrm>
            <a:off x="2429100" y="2241571"/>
            <a:ext cx="2085300" cy="523200"/>
          </a:xfrm>
          <a:prstGeom prst="roundRect">
            <a:avLst>
              <a:gd name="adj" fmla="val 2689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6457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i="0" u="none" strike="noStrike" cap="none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67" name="Google Shape;367;p5"/>
          <p:cNvSpPr/>
          <p:nvPr/>
        </p:nvSpPr>
        <p:spPr>
          <a:xfrm>
            <a:off x="4629600" y="2241571"/>
            <a:ext cx="2085300" cy="523200"/>
          </a:xfrm>
          <a:prstGeom prst="roundRect">
            <a:avLst>
              <a:gd name="adj" fmla="val 2689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6457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i="0" u="none" strike="noStrike" cap="none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68" name="Google Shape;368;p5"/>
          <p:cNvSpPr/>
          <p:nvPr/>
        </p:nvSpPr>
        <p:spPr>
          <a:xfrm>
            <a:off x="6830100" y="2241571"/>
            <a:ext cx="2085300" cy="523200"/>
          </a:xfrm>
          <a:prstGeom prst="roundRect">
            <a:avLst>
              <a:gd name="adj" fmla="val 2689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6457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i="0" u="none" strike="noStrike" cap="none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69" name="Google Shape;369;p5"/>
          <p:cNvSpPr/>
          <p:nvPr/>
        </p:nvSpPr>
        <p:spPr>
          <a:xfrm>
            <a:off x="228600" y="1664896"/>
            <a:ext cx="523200" cy="523200"/>
          </a:xfrm>
          <a:prstGeom prst="roundRect">
            <a:avLst>
              <a:gd name="adj" fmla="val 2299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1</a:t>
            </a:r>
            <a:endParaRPr sz="1800" b="0" i="0" u="none" strike="noStrike" cap="non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70" name="Google Shape;370;p5"/>
          <p:cNvSpPr/>
          <p:nvPr/>
        </p:nvSpPr>
        <p:spPr>
          <a:xfrm>
            <a:off x="2429100" y="1664896"/>
            <a:ext cx="523200" cy="523200"/>
          </a:xfrm>
          <a:prstGeom prst="roundRect">
            <a:avLst>
              <a:gd name="adj" fmla="val 2299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2</a:t>
            </a:r>
            <a:endParaRPr sz="1800" b="0" i="0" u="none" strike="noStrike" cap="non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71" name="Google Shape;371;p5"/>
          <p:cNvSpPr/>
          <p:nvPr/>
        </p:nvSpPr>
        <p:spPr>
          <a:xfrm>
            <a:off x="4629600" y="1664896"/>
            <a:ext cx="523200" cy="523200"/>
          </a:xfrm>
          <a:prstGeom prst="roundRect">
            <a:avLst>
              <a:gd name="adj" fmla="val 2299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3</a:t>
            </a:r>
            <a:endParaRPr sz="1800" b="0" i="0" u="none" strike="noStrike" cap="non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72" name="Google Shape;372;p5"/>
          <p:cNvSpPr/>
          <p:nvPr/>
        </p:nvSpPr>
        <p:spPr>
          <a:xfrm>
            <a:off x="6830100" y="1664896"/>
            <a:ext cx="523200" cy="523200"/>
          </a:xfrm>
          <a:prstGeom prst="roundRect">
            <a:avLst>
              <a:gd name="adj" fmla="val 2299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4</a:t>
            </a:r>
            <a:endParaRPr sz="1800" b="0" i="0" u="none" strike="noStrike" cap="non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73" name="Google Shape;373;p5"/>
          <p:cNvSpPr txBox="1">
            <a:spLocks noGrp="1"/>
          </p:cNvSpPr>
          <p:nvPr>
            <p:ph type="body" idx="1"/>
          </p:nvPr>
        </p:nvSpPr>
        <p:spPr>
          <a:xfrm>
            <a:off x="318600" y="2952233"/>
            <a:ext cx="1914300" cy="8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rPr lang="en" sz="13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QuestLog is projected to increase daily student engagement by 40% compared to static apps.</a:t>
            </a:r>
            <a:endParaRPr sz="1300">
              <a:solidFill>
                <a:srgbClr val="FFFFFF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74" name="Google Shape;374;p5"/>
          <p:cNvSpPr txBox="1">
            <a:spLocks noGrp="1"/>
          </p:cNvSpPr>
          <p:nvPr>
            <p:ph type="body" idx="2"/>
          </p:nvPr>
        </p:nvSpPr>
        <p:spPr>
          <a:xfrm>
            <a:off x="6911100" y="2952233"/>
            <a:ext cx="1914300" cy="8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rPr lang="en" sz="13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Transforming academic burnout into a rewarding, stress-free, and successful adventure.</a:t>
            </a:r>
            <a:endParaRPr sz="1300">
              <a:solidFill>
                <a:srgbClr val="FFFFFF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75" name="Google Shape;375;p5"/>
          <p:cNvSpPr txBox="1">
            <a:spLocks noGrp="1"/>
          </p:cNvSpPr>
          <p:nvPr>
            <p:ph type="body" idx="3"/>
          </p:nvPr>
        </p:nvSpPr>
        <p:spPr>
          <a:xfrm>
            <a:off x="2516100" y="2952233"/>
            <a:ext cx="1914300" cy="11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rPr lang="en" sz="13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The primary target includes students preparing for competitive exams like JEE, NEET, and SATs</a:t>
            </a:r>
            <a:endParaRPr sz="1300">
              <a:solidFill>
                <a:srgbClr val="FFFFFF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76" name="Google Shape;376;p5"/>
          <p:cNvSpPr txBox="1">
            <a:spLocks noGrp="1"/>
          </p:cNvSpPr>
          <p:nvPr>
            <p:ph type="body" idx="4"/>
          </p:nvPr>
        </p:nvSpPr>
        <p:spPr>
          <a:xfrm>
            <a:off x="4713588" y="2952233"/>
            <a:ext cx="1914300" cy="11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rPr lang="en" sz="13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Future updates will include even more visual customization options to keep the interface fresh and personal.</a:t>
            </a:r>
            <a:endParaRPr sz="1300">
              <a:solidFill>
                <a:srgbClr val="FFFFFF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77" name="Google Shape;377;p5"/>
          <p:cNvSpPr txBox="1">
            <a:spLocks noGrp="1"/>
          </p:cNvSpPr>
          <p:nvPr>
            <p:ph type="subTitle" idx="5"/>
          </p:nvPr>
        </p:nvSpPr>
        <p:spPr>
          <a:xfrm>
            <a:off x="381950" y="2379320"/>
            <a:ext cx="18549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Increased Engagement:</a:t>
            </a:r>
            <a:endParaRPr sz="13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78" name="Google Shape;378;p5"/>
          <p:cNvSpPr txBox="1">
            <a:spLocks noGrp="1"/>
          </p:cNvSpPr>
          <p:nvPr>
            <p:ph type="subTitle" idx="6"/>
          </p:nvPr>
        </p:nvSpPr>
        <p:spPr>
          <a:xfrm>
            <a:off x="2574000" y="2379320"/>
            <a:ext cx="18549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High-Stakes Focus:</a:t>
            </a:r>
            <a:endParaRPr sz="13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79" name="Google Shape;379;p5"/>
          <p:cNvSpPr txBox="1">
            <a:spLocks noGrp="1"/>
          </p:cNvSpPr>
          <p:nvPr>
            <p:ph type="subTitle" idx="7"/>
          </p:nvPr>
        </p:nvSpPr>
        <p:spPr>
          <a:xfrm>
            <a:off x="4806538" y="2379320"/>
            <a:ext cx="1822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Scalable Business Model:</a:t>
            </a:r>
            <a:endParaRPr sz="13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80" name="Google Shape;380;p5"/>
          <p:cNvSpPr txBox="1">
            <a:spLocks noGrp="1"/>
          </p:cNvSpPr>
          <p:nvPr>
            <p:ph type="subTitle" idx="8"/>
          </p:nvPr>
        </p:nvSpPr>
        <p:spPr>
          <a:xfrm>
            <a:off x="7007100" y="2379320"/>
            <a:ext cx="1822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Ultimate Goal: </a:t>
            </a:r>
            <a:endParaRPr sz="13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81" name="Google Shape;381;p5"/>
          <p:cNvSpPr/>
          <p:nvPr/>
        </p:nvSpPr>
        <p:spPr>
          <a:xfrm>
            <a:off x="228600" y="248478"/>
            <a:ext cx="8686800" cy="642469"/>
          </a:xfrm>
          <a:prstGeom prst="roundRect">
            <a:avLst>
              <a:gd name="adj" fmla="val 26895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000" dirty="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 &amp; Future Vision</a:t>
            </a:r>
            <a:endParaRPr sz="2800" dirty="0">
              <a:solidFill>
                <a:schemeClr val="accent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"/>
          <p:cNvSpPr txBox="1">
            <a:spLocks noGrp="1"/>
          </p:cNvSpPr>
          <p:nvPr>
            <p:ph type="title"/>
          </p:nvPr>
        </p:nvSpPr>
        <p:spPr>
          <a:xfrm>
            <a:off x="1331850" y="2017650"/>
            <a:ext cx="6480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7200">
                <a:latin typeface="Inter Medium"/>
                <a:ea typeface="Inter Medium"/>
                <a:cs typeface="Inter Medium"/>
                <a:sym typeface="Inter Medium"/>
              </a:rPr>
              <a:t>Thank You</a:t>
            </a:r>
            <a:endParaRPr sz="7200"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orkshop Facilitation">
  <a:themeElements>
    <a:clrScheme name="Simple Light">
      <a:dk1>
        <a:srgbClr val="10100F"/>
      </a:dk1>
      <a:lt1>
        <a:srgbClr val="F8F3EC"/>
      </a:lt1>
      <a:dk2>
        <a:srgbClr val="810100"/>
      </a:dk2>
      <a:lt2>
        <a:srgbClr val="F8F3EC"/>
      </a:lt2>
      <a:accent1>
        <a:srgbClr val="B82D2D"/>
      </a:accent1>
      <a:accent2>
        <a:srgbClr val="FB6058"/>
      </a:accent2>
      <a:accent3>
        <a:srgbClr val="FFD979"/>
      </a:accent3>
      <a:accent4>
        <a:srgbClr val="FFADA8"/>
      </a:accent4>
      <a:accent5>
        <a:srgbClr val="570100"/>
      </a:accent5>
      <a:accent6>
        <a:srgbClr val="303030"/>
      </a:accent6>
      <a:hlink>
        <a:srgbClr val="FC60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634</Words>
  <Application>Microsoft Office PowerPoint</Application>
  <PresentationFormat>On-screen Show (16:9)</PresentationFormat>
  <Paragraphs>55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Inter ExtraLight</vt:lpstr>
      <vt:lpstr>Arial</vt:lpstr>
      <vt:lpstr>Plus Jakarta Sans Medium</vt:lpstr>
      <vt:lpstr>Inter Medium</vt:lpstr>
      <vt:lpstr>Inter</vt:lpstr>
      <vt:lpstr>Inter SemiBold</vt:lpstr>
      <vt:lpstr>Plus Jakarta Sans</vt:lpstr>
      <vt:lpstr>Workshop Facilitation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Architecture Diagram</vt:lpstr>
      <vt:lpstr>Sample Wireframe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Kaile Jennith Pranay</dc:creator>
  <cp:lastModifiedBy>Suhasini Velisetty</cp:lastModifiedBy>
  <cp:revision>10</cp:revision>
  <dcterms:modified xsi:type="dcterms:W3CDTF">2026-01-30T13:07:20Z</dcterms:modified>
</cp:coreProperties>
</file>